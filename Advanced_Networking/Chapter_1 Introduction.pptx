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1"/>
  </p:notesMasterIdLst>
  <p:sldIdLst>
    <p:sldId id="258" r:id="rId2"/>
    <p:sldId id="468" r:id="rId3"/>
    <p:sldId id="429" r:id="rId4"/>
    <p:sldId id="431" r:id="rId5"/>
    <p:sldId id="463" r:id="rId6"/>
    <p:sldId id="433" r:id="rId7"/>
    <p:sldId id="309" r:id="rId8"/>
    <p:sldId id="310" r:id="rId9"/>
    <p:sldId id="311" r:id="rId10"/>
    <p:sldId id="312" r:id="rId11"/>
    <p:sldId id="464" r:id="rId12"/>
    <p:sldId id="465" r:id="rId13"/>
    <p:sldId id="444" r:id="rId14"/>
    <p:sldId id="315" r:id="rId15"/>
    <p:sldId id="435" r:id="rId16"/>
    <p:sldId id="445" r:id="rId17"/>
    <p:sldId id="317" r:id="rId18"/>
    <p:sldId id="318" r:id="rId19"/>
    <p:sldId id="319" r:id="rId20"/>
    <p:sldId id="320" r:id="rId21"/>
    <p:sldId id="446" r:id="rId22"/>
    <p:sldId id="321" r:id="rId23"/>
    <p:sldId id="322" r:id="rId24"/>
    <p:sldId id="447" r:id="rId25"/>
    <p:sldId id="323" r:id="rId26"/>
    <p:sldId id="448" r:id="rId27"/>
    <p:sldId id="324" r:id="rId28"/>
    <p:sldId id="449" r:id="rId29"/>
    <p:sldId id="466" r:id="rId30"/>
    <p:sldId id="450" r:id="rId31"/>
    <p:sldId id="451" r:id="rId32"/>
    <p:sldId id="452" r:id="rId33"/>
    <p:sldId id="467" r:id="rId34"/>
    <p:sldId id="325" r:id="rId35"/>
    <p:sldId id="453" r:id="rId36"/>
    <p:sldId id="454" r:id="rId37"/>
    <p:sldId id="455" r:id="rId38"/>
    <p:sldId id="456" r:id="rId39"/>
    <p:sldId id="326" r:id="rId40"/>
    <p:sldId id="327" r:id="rId41"/>
    <p:sldId id="328" r:id="rId42"/>
    <p:sldId id="329" r:id="rId43"/>
    <p:sldId id="330" r:id="rId44"/>
    <p:sldId id="307" r:id="rId45"/>
    <p:sldId id="260" r:id="rId46"/>
    <p:sldId id="262" r:id="rId47"/>
    <p:sldId id="460" r:id="rId48"/>
    <p:sldId id="461" r:id="rId49"/>
    <p:sldId id="462"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63057F-42BC-4D4D-8C34-3537E570CB32}" v="150" dt="2025-08-29T10:25:51.371"/>
  </p1510:revLst>
</p1510:revInfo>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734" autoAdjust="0"/>
    <p:restoredTop sz="94660"/>
  </p:normalViewPr>
  <p:slideViewPr>
    <p:cSldViewPr snapToGrid="0">
      <p:cViewPr varScale="1">
        <p:scale>
          <a:sx n="63" d="100"/>
          <a:sy n="63" d="100"/>
        </p:scale>
        <p:origin x="812"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5/10/relationships/revisionInfo" Target="revisionInfo.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game Fred" userId="63910e53-0d66-466a-91b1-c2053af931ec" providerId="ADAL" clId="{6063057F-42BC-4D4D-8C34-3537E570CB32}"/>
    <pc:docChg chg="undo custSel addSld delSld modSld sldOrd">
      <pc:chgData name="Kagame Fred" userId="63910e53-0d66-466a-91b1-c2053af931ec" providerId="ADAL" clId="{6063057F-42BC-4D4D-8C34-3537E570CB32}" dt="2025-08-29T15:46:15.003" v="1935" actId="1076"/>
      <pc:docMkLst>
        <pc:docMk/>
      </pc:docMkLst>
      <pc:sldChg chg="addSp delSp modSp mod chgLayout">
        <pc:chgData name="Kagame Fred" userId="63910e53-0d66-466a-91b1-c2053af931ec" providerId="ADAL" clId="{6063057F-42BC-4D4D-8C34-3537E570CB32}" dt="2025-08-04T13:22:41.193" v="68" actId="478"/>
        <pc:sldMkLst>
          <pc:docMk/>
          <pc:sldMk cId="0" sldId="258"/>
        </pc:sldMkLst>
      </pc:sldChg>
      <pc:sldChg chg="modSp mod chgLayout">
        <pc:chgData name="Kagame Fred" userId="63910e53-0d66-466a-91b1-c2053af931ec" providerId="ADAL" clId="{6063057F-42BC-4D4D-8C34-3537E570CB32}" dt="2025-08-04T13:56:11.229" v="139" actId="700"/>
        <pc:sldMkLst>
          <pc:docMk/>
          <pc:sldMk cId="0" sldId="260"/>
        </pc:sldMkLst>
        <pc:spChg chg="mod ord">
          <ac:chgData name="Kagame Fred" userId="63910e53-0d66-466a-91b1-c2053af931ec" providerId="ADAL" clId="{6063057F-42BC-4D4D-8C34-3537E570CB32}" dt="2025-08-04T13:56:11.229" v="139" actId="700"/>
          <ac:spMkLst>
            <pc:docMk/>
            <pc:sldMk cId="0" sldId="260"/>
            <ac:spMk id="8194" creationId="{00000000-0000-0000-0000-000000000000}"/>
          </ac:spMkLst>
        </pc:spChg>
        <pc:spChg chg="mod ord">
          <ac:chgData name="Kagame Fred" userId="63910e53-0d66-466a-91b1-c2053af931ec" providerId="ADAL" clId="{6063057F-42BC-4D4D-8C34-3537E570CB32}" dt="2025-08-04T13:56:11.229" v="139" actId="700"/>
          <ac:spMkLst>
            <pc:docMk/>
            <pc:sldMk cId="0" sldId="260"/>
            <ac:spMk id="8195" creationId="{00000000-0000-0000-0000-000000000000}"/>
          </ac:spMkLst>
        </pc:spChg>
      </pc:sldChg>
      <pc:sldChg chg="mod chgLayout">
        <pc:chgData name="Kagame Fred" userId="63910e53-0d66-466a-91b1-c2053af931ec" providerId="ADAL" clId="{6063057F-42BC-4D4D-8C34-3537E570CB32}" dt="2025-08-04T13:56:11.229" v="139" actId="700"/>
        <pc:sldMkLst>
          <pc:docMk/>
          <pc:sldMk cId="0" sldId="262"/>
        </pc:sldMkLst>
      </pc:sldChg>
      <pc:sldChg chg="add del mod chgLayout">
        <pc:chgData name="Kagame Fred" userId="63910e53-0d66-466a-91b1-c2053af931ec" providerId="ADAL" clId="{6063057F-42BC-4D4D-8C34-3537E570CB32}" dt="2025-08-29T10:37:25.501" v="1846" actId="2696"/>
        <pc:sldMkLst>
          <pc:docMk/>
          <pc:sldMk cId="0" sldId="263"/>
        </pc:sldMkLst>
      </pc:sldChg>
      <pc:sldChg chg="add del mod chgLayout">
        <pc:chgData name="Kagame Fred" userId="63910e53-0d66-466a-91b1-c2053af931ec" providerId="ADAL" clId="{6063057F-42BC-4D4D-8C34-3537E570CB32}" dt="2025-08-29T10:37:25.501" v="1846" actId="2696"/>
        <pc:sldMkLst>
          <pc:docMk/>
          <pc:sldMk cId="0" sldId="264"/>
        </pc:sldMkLst>
      </pc:sldChg>
      <pc:sldChg chg="add del mod chgLayout">
        <pc:chgData name="Kagame Fred" userId="63910e53-0d66-466a-91b1-c2053af931ec" providerId="ADAL" clId="{6063057F-42BC-4D4D-8C34-3537E570CB32}" dt="2025-08-29T10:37:25.501" v="1846" actId="2696"/>
        <pc:sldMkLst>
          <pc:docMk/>
          <pc:sldMk cId="0" sldId="265"/>
        </pc:sldMkLst>
      </pc:sldChg>
      <pc:sldChg chg="add del mod chgLayout">
        <pc:chgData name="Kagame Fred" userId="63910e53-0d66-466a-91b1-c2053af931ec" providerId="ADAL" clId="{6063057F-42BC-4D4D-8C34-3537E570CB32}" dt="2025-08-29T10:37:25.501" v="1846" actId="2696"/>
        <pc:sldMkLst>
          <pc:docMk/>
          <pc:sldMk cId="0" sldId="266"/>
        </pc:sldMkLst>
      </pc:sldChg>
      <pc:sldChg chg="modSp add del mod chgLayout">
        <pc:chgData name="Kagame Fred" userId="63910e53-0d66-466a-91b1-c2053af931ec" providerId="ADAL" clId="{6063057F-42BC-4D4D-8C34-3537E570CB32}" dt="2025-08-29T10:37:25.501" v="1846" actId="2696"/>
        <pc:sldMkLst>
          <pc:docMk/>
          <pc:sldMk cId="0" sldId="267"/>
        </pc:sldMkLst>
      </pc:sldChg>
      <pc:sldChg chg="add del mod chgLayout">
        <pc:chgData name="Kagame Fred" userId="63910e53-0d66-466a-91b1-c2053af931ec" providerId="ADAL" clId="{6063057F-42BC-4D4D-8C34-3537E570CB32}" dt="2025-08-29T10:37:25.501" v="1846" actId="2696"/>
        <pc:sldMkLst>
          <pc:docMk/>
          <pc:sldMk cId="0" sldId="268"/>
        </pc:sldMkLst>
      </pc:sldChg>
      <pc:sldChg chg="add del mod chgLayout">
        <pc:chgData name="Kagame Fred" userId="63910e53-0d66-466a-91b1-c2053af931ec" providerId="ADAL" clId="{6063057F-42BC-4D4D-8C34-3537E570CB32}" dt="2025-08-29T10:37:25.501" v="1846" actId="2696"/>
        <pc:sldMkLst>
          <pc:docMk/>
          <pc:sldMk cId="0" sldId="269"/>
        </pc:sldMkLst>
      </pc:sldChg>
      <pc:sldChg chg="add del mod chgLayout">
        <pc:chgData name="Kagame Fred" userId="63910e53-0d66-466a-91b1-c2053af931ec" providerId="ADAL" clId="{6063057F-42BC-4D4D-8C34-3537E570CB32}" dt="2025-08-29T10:37:25.501" v="1846" actId="2696"/>
        <pc:sldMkLst>
          <pc:docMk/>
          <pc:sldMk cId="0" sldId="270"/>
        </pc:sldMkLst>
      </pc:sldChg>
      <pc:sldChg chg="add del mod chgLayout">
        <pc:chgData name="Kagame Fred" userId="63910e53-0d66-466a-91b1-c2053af931ec" providerId="ADAL" clId="{6063057F-42BC-4D4D-8C34-3537E570CB32}" dt="2025-08-29T10:37:25.501" v="1846" actId="2696"/>
        <pc:sldMkLst>
          <pc:docMk/>
          <pc:sldMk cId="0" sldId="271"/>
        </pc:sldMkLst>
      </pc:sldChg>
      <pc:sldChg chg="add del mod chgLayout">
        <pc:chgData name="Kagame Fred" userId="63910e53-0d66-466a-91b1-c2053af931ec" providerId="ADAL" clId="{6063057F-42BC-4D4D-8C34-3537E570CB32}" dt="2025-08-29T10:37:25.501" v="1846" actId="2696"/>
        <pc:sldMkLst>
          <pc:docMk/>
          <pc:sldMk cId="0" sldId="272"/>
        </pc:sldMkLst>
      </pc:sldChg>
      <pc:sldChg chg="add del mod chgLayout">
        <pc:chgData name="Kagame Fred" userId="63910e53-0d66-466a-91b1-c2053af931ec" providerId="ADAL" clId="{6063057F-42BC-4D4D-8C34-3537E570CB32}" dt="2025-08-29T10:37:25.501" v="1846" actId="2696"/>
        <pc:sldMkLst>
          <pc:docMk/>
          <pc:sldMk cId="0" sldId="273"/>
        </pc:sldMkLst>
      </pc:sldChg>
      <pc:sldChg chg="add del mod chgLayout">
        <pc:chgData name="Kagame Fred" userId="63910e53-0d66-466a-91b1-c2053af931ec" providerId="ADAL" clId="{6063057F-42BC-4D4D-8C34-3537E570CB32}" dt="2025-08-29T10:37:25.501" v="1846" actId="2696"/>
        <pc:sldMkLst>
          <pc:docMk/>
          <pc:sldMk cId="0" sldId="274"/>
        </pc:sldMkLst>
      </pc:sldChg>
      <pc:sldChg chg="add del mod chgLayout">
        <pc:chgData name="Kagame Fred" userId="63910e53-0d66-466a-91b1-c2053af931ec" providerId="ADAL" clId="{6063057F-42BC-4D4D-8C34-3537E570CB32}" dt="2025-08-29T10:37:25.501" v="1846" actId="2696"/>
        <pc:sldMkLst>
          <pc:docMk/>
          <pc:sldMk cId="0" sldId="275"/>
        </pc:sldMkLst>
      </pc:sldChg>
      <pc:sldChg chg="add del mod chgLayout">
        <pc:chgData name="Kagame Fred" userId="63910e53-0d66-466a-91b1-c2053af931ec" providerId="ADAL" clId="{6063057F-42BC-4D4D-8C34-3537E570CB32}" dt="2025-08-29T10:37:25.501" v="1846" actId="2696"/>
        <pc:sldMkLst>
          <pc:docMk/>
          <pc:sldMk cId="0" sldId="276"/>
        </pc:sldMkLst>
      </pc:sldChg>
      <pc:sldChg chg="add del mod chgLayout">
        <pc:chgData name="Kagame Fred" userId="63910e53-0d66-466a-91b1-c2053af931ec" providerId="ADAL" clId="{6063057F-42BC-4D4D-8C34-3537E570CB32}" dt="2025-08-29T10:37:25.501" v="1846" actId="2696"/>
        <pc:sldMkLst>
          <pc:docMk/>
          <pc:sldMk cId="0" sldId="277"/>
        </pc:sldMkLst>
      </pc:sldChg>
      <pc:sldChg chg="add del mod chgLayout">
        <pc:chgData name="Kagame Fred" userId="63910e53-0d66-466a-91b1-c2053af931ec" providerId="ADAL" clId="{6063057F-42BC-4D4D-8C34-3537E570CB32}" dt="2025-08-29T10:37:25.501" v="1846" actId="2696"/>
        <pc:sldMkLst>
          <pc:docMk/>
          <pc:sldMk cId="0" sldId="278"/>
        </pc:sldMkLst>
      </pc:sldChg>
      <pc:sldChg chg="add del mod chgLayout">
        <pc:chgData name="Kagame Fred" userId="63910e53-0d66-466a-91b1-c2053af931ec" providerId="ADAL" clId="{6063057F-42BC-4D4D-8C34-3537E570CB32}" dt="2025-08-29T10:37:25.501" v="1846" actId="2696"/>
        <pc:sldMkLst>
          <pc:docMk/>
          <pc:sldMk cId="0" sldId="284"/>
        </pc:sldMkLst>
      </pc:sldChg>
      <pc:sldChg chg="add del mod chgLayout">
        <pc:chgData name="Kagame Fred" userId="63910e53-0d66-466a-91b1-c2053af931ec" providerId="ADAL" clId="{6063057F-42BC-4D4D-8C34-3537E570CB32}" dt="2025-08-29T10:37:25.501" v="1846" actId="2696"/>
        <pc:sldMkLst>
          <pc:docMk/>
          <pc:sldMk cId="0" sldId="285"/>
        </pc:sldMkLst>
      </pc:sldChg>
      <pc:sldChg chg="modSp add del mod chgLayout">
        <pc:chgData name="Kagame Fred" userId="63910e53-0d66-466a-91b1-c2053af931ec" providerId="ADAL" clId="{6063057F-42BC-4D4D-8C34-3537E570CB32}" dt="2025-08-29T10:37:25.501" v="1846" actId="2696"/>
        <pc:sldMkLst>
          <pc:docMk/>
          <pc:sldMk cId="0" sldId="286"/>
        </pc:sldMkLst>
      </pc:sldChg>
      <pc:sldChg chg="modSp add del mod chgLayout">
        <pc:chgData name="Kagame Fred" userId="63910e53-0d66-466a-91b1-c2053af931ec" providerId="ADAL" clId="{6063057F-42BC-4D4D-8C34-3537E570CB32}" dt="2025-08-29T10:37:25.501" v="1846" actId="2696"/>
        <pc:sldMkLst>
          <pc:docMk/>
          <pc:sldMk cId="0" sldId="287"/>
        </pc:sldMkLst>
      </pc:sldChg>
      <pc:sldChg chg="modSp add del mod chgLayout">
        <pc:chgData name="Kagame Fred" userId="63910e53-0d66-466a-91b1-c2053af931ec" providerId="ADAL" clId="{6063057F-42BC-4D4D-8C34-3537E570CB32}" dt="2025-08-29T10:37:25.501" v="1846" actId="2696"/>
        <pc:sldMkLst>
          <pc:docMk/>
          <pc:sldMk cId="0" sldId="292"/>
        </pc:sldMkLst>
      </pc:sldChg>
      <pc:sldChg chg="modSp add del mod chgLayout">
        <pc:chgData name="Kagame Fred" userId="63910e53-0d66-466a-91b1-c2053af931ec" providerId="ADAL" clId="{6063057F-42BC-4D4D-8C34-3537E570CB32}" dt="2025-08-29T10:37:25.501" v="1846" actId="2696"/>
        <pc:sldMkLst>
          <pc:docMk/>
          <pc:sldMk cId="0" sldId="293"/>
        </pc:sldMkLst>
      </pc:sldChg>
      <pc:sldChg chg="modSp add del mod chgLayout">
        <pc:chgData name="Kagame Fred" userId="63910e53-0d66-466a-91b1-c2053af931ec" providerId="ADAL" clId="{6063057F-42BC-4D4D-8C34-3537E570CB32}" dt="2025-08-29T10:37:25.501" v="1846" actId="2696"/>
        <pc:sldMkLst>
          <pc:docMk/>
          <pc:sldMk cId="0" sldId="294"/>
        </pc:sldMkLst>
      </pc:sldChg>
      <pc:sldChg chg="modSp del mod chgLayout">
        <pc:chgData name="Kagame Fred" userId="63910e53-0d66-466a-91b1-c2053af931ec" providerId="ADAL" clId="{6063057F-42BC-4D4D-8C34-3537E570CB32}" dt="2025-08-11T08:34:20.535" v="923" actId="2696"/>
        <pc:sldMkLst>
          <pc:docMk/>
          <pc:sldMk cId="0" sldId="296"/>
        </pc:sldMkLst>
      </pc:sldChg>
      <pc:sldChg chg="modSp del mod chgLayout">
        <pc:chgData name="Kagame Fred" userId="63910e53-0d66-466a-91b1-c2053af931ec" providerId="ADAL" clId="{6063057F-42BC-4D4D-8C34-3537E570CB32}" dt="2025-08-11T08:34:20.535" v="923" actId="2696"/>
        <pc:sldMkLst>
          <pc:docMk/>
          <pc:sldMk cId="0" sldId="297"/>
        </pc:sldMkLst>
      </pc:sldChg>
      <pc:sldChg chg="modSp del mod chgLayout">
        <pc:chgData name="Kagame Fred" userId="63910e53-0d66-466a-91b1-c2053af931ec" providerId="ADAL" clId="{6063057F-42BC-4D4D-8C34-3537E570CB32}" dt="2025-08-11T08:34:20.535" v="923" actId="2696"/>
        <pc:sldMkLst>
          <pc:docMk/>
          <pc:sldMk cId="0" sldId="298"/>
        </pc:sldMkLst>
      </pc:sldChg>
      <pc:sldChg chg="modSp del mod chgLayout">
        <pc:chgData name="Kagame Fred" userId="63910e53-0d66-466a-91b1-c2053af931ec" providerId="ADAL" clId="{6063057F-42BC-4D4D-8C34-3537E570CB32}" dt="2025-08-11T08:34:20.535" v="923" actId="2696"/>
        <pc:sldMkLst>
          <pc:docMk/>
          <pc:sldMk cId="0" sldId="299"/>
        </pc:sldMkLst>
      </pc:sldChg>
      <pc:sldChg chg="modSp del mod chgLayout">
        <pc:chgData name="Kagame Fred" userId="63910e53-0d66-466a-91b1-c2053af931ec" providerId="ADAL" clId="{6063057F-42BC-4D4D-8C34-3537E570CB32}" dt="2025-08-11T08:34:20.535" v="923" actId="2696"/>
        <pc:sldMkLst>
          <pc:docMk/>
          <pc:sldMk cId="0" sldId="300"/>
        </pc:sldMkLst>
      </pc:sldChg>
      <pc:sldChg chg="modSp del mod chgLayout">
        <pc:chgData name="Kagame Fred" userId="63910e53-0d66-466a-91b1-c2053af931ec" providerId="ADAL" clId="{6063057F-42BC-4D4D-8C34-3537E570CB32}" dt="2025-08-11T08:34:20.535" v="923" actId="2696"/>
        <pc:sldMkLst>
          <pc:docMk/>
          <pc:sldMk cId="0" sldId="301"/>
        </pc:sldMkLst>
      </pc:sldChg>
      <pc:sldChg chg="addSp delSp modSp del mod ord chgLayout">
        <pc:chgData name="Kagame Fred" userId="63910e53-0d66-466a-91b1-c2053af931ec" providerId="ADAL" clId="{6063057F-42BC-4D4D-8C34-3537E570CB32}" dt="2025-08-06T14:45:20.030" v="272" actId="2696"/>
        <pc:sldMkLst>
          <pc:docMk/>
          <pc:sldMk cId="0" sldId="302"/>
        </pc:sldMkLst>
      </pc:sldChg>
      <pc:sldChg chg="modSp add del mod chgLayout">
        <pc:chgData name="Kagame Fred" userId="63910e53-0d66-466a-91b1-c2053af931ec" providerId="ADAL" clId="{6063057F-42BC-4D4D-8C34-3537E570CB32}" dt="2025-08-29T10:37:25.501" v="1846" actId="2696"/>
        <pc:sldMkLst>
          <pc:docMk/>
          <pc:sldMk cId="0" sldId="303"/>
        </pc:sldMkLst>
      </pc:sldChg>
      <pc:sldChg chg="modSp mod chgLayout">
        <pc:chgData name="Kagame Fred" userId="63910e53-0d66-466a-91b1-c2053af931ec" providerId="ADAL" clId="{6063057F-42BC-4D4D-8C34-3537E570CB32}" dt="2025-08-04T13:56:11.229" v="139" actId="700"/>
        <pc:sldMkLst>
          <pc:docMk/>
          <pc:sldMk cId="0" sldId="307"/>
        </pc:sldMkLst>
        <pc:spChg chg="mod ord">
          <ac:chgData name="Kagame Fred" userId="63910e53-0d66-466a-91b1-c2053af931ec" providerId="ADAL" clId="{6063057F-42BC-4D4D-8C34-3537E570CB32}" dt="2025-08-04T13:56:11.229" v="139" actId="700"/>
          <ac:spMkLst>
            <pc:docMk/>
            <pc:sldMk cId="0" sldId="307"/>
            <ac:spMk id="2" creationId="{00000000-0000-0000-0000-000000000000}"/>
          </ac:spMkLst>
        </pc:spChg>
      </pc:sldChg>
      <pc:sldChg chg="modSp mod chgLayout">
        <pc:chgData name="Kagame Fred" userId="63910e53-0d66-466a-91b1-c2053af931ec" providerId="ADAL" clId="{6063057F-42BC-4D4D-8C34-3537E570CB32}" dt="2025-08-29T09:14:25.152" v="1485" actId="14734"/>
        <pc:sldMkLst>
          <pc:docMk/>
          <pc:sldMk cId="0" sldId="309"/>
        </pc:sldMkLst>
        <pc:spChg chg="mod ord">
          <ac:chgData name="Kagame Fred" userId="63910e53-0d66-466a-91b1-c2053af931ec" providerId="ADAL" clId="{6063057F-42BC-4D4D-8C34-3537E570CB32}" dt="2025-08-04T13:56:46.237" v="150" actId="20577"/>
          <ac:spMkLst>
            <pc:docMk/>
            <pc:sldMk cId="0" sldId="309"/>
            <ac:spMk id="8194" creationId="{00000000-0000-0000-0000-000000000000}"/>
          </ac:spMkLst>
        </pc:spChg>
        <pc:spChg chg="mod ord">
          <ac:chgData name="Kagame Fred" userId="63910e53-0d66-466a-91b1-c2053af931ec" providerId="ADAL" clId="{6063057F-42BC-4D4D-8C34-3537E570CB32}" dt="2025-08-29T09:14:11.292" v="1483" actId="27636"/>
          <ac:spMkLst>
            <pc:docMk/>
            <pc:sldMk cId="0" sldId="309"/>
            <ac:spMk id="8195" creationId="{00000000-0000-0000-0000-000000000000}"/>
          </ac:spMkLst>
        </pc:spChg>
        <pc:graphicFrameChg chg="mod modGraphic">
          <ac:chgData name="Kagame Fred" userId="63910e53-0d66-466a-91b1-c2053af931ec" providerId="ADAL" clId="{6063057F-42BC-4D4D-8C34-3537E570CB32}" dt="2025-08-29T09:14:25.152" v="1485" actId="14734"/>
          <ac:graphicFrameMkLst>
            <pc:docMk/>
            <pc:sldMk cId="0" sldId="309"/>
            <ac:graphicFrameMk id="2" creationId="{00000000-0000-0000-0000-000000000000}"/>
          </ac:graphicFrameMkLst>
        </pc:graphicFrameChg>
      </pc:sldChg>
      <pc:sldChg chg="modSp mod chgLayout">
        <pc:chgData name="Kagame Fred" userId="63910e53-0d66-466a-91b1-c2053af931ec" providerId="ADAL" clId="{6063057F-42BC-4D4D-8C34-3537E570CB32}" dt="2025-08-29T08:51:31.273" v="1474" actId="14734"/>
        <pc:sldMkLst>
          <pc:docMk/>
          <pc:sldMk cId="0" sldId="310"/>
        </pc:sldMkLst>
        <pc:spChg chg="mod ord">
          <ac:chgData name="Kagame Fred" userId="63910e53-0d66-466a-91b1-c2053af931ec" providerId="ADAL" clId="{6063057F-42BC-4D4D-8C34-3537E570CB32}" dt="2025-08-04T13:56:11.229" v="139" actId="700"/>
          <ac:spMkLst>
            <pc:docMk/>
            <pc:sldMk cId="0" sldId="310"/>
            <ac:spMk id="8194" creationId="{00000000-0000-0000-0000-000000000000}"/>
          </ac:spMkLst>
        </pc:spChg>
        <pc:spChg chg="mod ord">
          <ac:chgData name="Kagame Fred" userId="63910e53-0d66-466a-91b1-c2053af931ec" providerId="ADAL" clId="{6063057F-42BC-4D4D-8C34-3537E570CB32}" dt="2025-08-29T08:48:26.039" v="1473" actId="14100"/>
          <ac:spMkLst>
            <pc:docMk/>
            <pc:sldMk cId="0" sldId="310"/>
            <ac:spMk id="8195" creationId="{00000000-0000-0000-0000-000000000000}"/>
          </ac:spMkLst>
        </pc:spChg>
        <pc:graphicFrameChg chg="mod modGraphic">
          <ac:chgData name="Kagame Fred" userId="63910e53-0d66-466a-91b1-c2053af931ec" providerId="ADAL" clId="{6063057F-42BC-4D4D-8C34-3537E570CB32}" dt="2025-08-29T08:51:31.273" v="1474" actId="14734"/>
          <ac:graphicFrameMkLst>
            <pc:docMk/>
            <pc:sldMk cId="0" sldId="310"/>
            <ac:graphicFrameMk id="2" creationId="{00000000-0000-0000-0000-000000000000}"/>
          </ac:graphicFrameMkLst>
        </pc:graphicFrameChg>
        <pc:picChg chg="mod">
          <ac:chgData name="Kagame Fred" userId="63910e53-0d66-466a-91b1-c2053af931ec" providerId="ADAL" clId="{6063057F-42BC-4D4D-8C34-3537E570CB32}" dt="2025-08-29T08:48:20.355" v="1472" actId="1076"/>
          <ac:picMkLst>
            <pc:docMk/>
            <pc:sldMk cId="0" sldId="310"/>
            <ac:picMk id="2050" creationId="{00000000-0000-0000-0000-000000000000}"/>
          </ac:picMkLst>
        </pc:picChg>
      </pc:sldChg>
      <pc:sldChg chg="modSp mod chgLayout">
        <pc:chgData name="Kagame Fred" userId="63910e53-0d66-466a-91b1-c2053af931ec" providerId="ADAL" clId="{6063057F-42BC-4D4D-8C34-3537E570CB32}" dt="2025-08-29T09:23:26.797" v="1488" actId="1076"/>
        <pc:sldMkLst>
          <pc:docMk/>
          <pc:sldMk cId="0" sldId="311"/>
        </pc:sldMkLst>
        <pc:spChg chg="mod ord">
          <ac:chgData name="Kagame Fred" userId="63910e53-0d66-466a-91b1-c2053af931ec" providerId="ADAL" clId="{6063057F-42BC-4D4D-8C34-3537E570CB32}" dt="2025-08-04T13:56:11.229" v="139" actId="700"/>
          <ac:spMkLst>
            <pc:docMk/>
            <pc:sldMk cId="0" sldId="311"/>
            <ac:spMk id="8194" creationId="{00000000-0000-0000-0000-000000000000}"/>
          </ac:spMkLst>
        </pc:spChg>
        <pc:spChg chg="mod ord">
          <ac:chgData name="Kagame Fred" userId="63910e53-0d66-466a-91b1-c2053af931ec" providerId="ADAL" clId="{6063057F-42BC-4D4D-8C34-3537E570CB32}" dt="2025-08-04T13:56:11.229" v="139" actId="700"/>
          <ac:spMkLst>
            <pc:docMk/>
            <pc:sldMk cId="0" sldId="311"/>
            <ac:spMk id="8195" creationId="{00000000-0000-0000-0000-000000000000}"/>
          </ac:spMkLst>
        </pc:spChg>
        <pc:graphicFrameChg chg="mod">
          <ac:chgData name="Kagame Fred" userId="63910e53-0d66-466a-91b1-c2053af931ec" providerId="ADAL" clId="{6063057F-42BC-4D4D-8C34-3537E570CB32}" dt="2025-08-29T09:23:19.519" v="1486" actId="1076"/>
          <ac:graphicFrameMkLst>
            <pc:docMk/>
            <pc:sldMk cId="0" sldId="311"/>
            <ac:graphicFrameMk id="2" creationId="{00000000-0000-0000-0000-000000000000}"/>
          </ac:graphicFrameMkLst>
        </pc:graphicFrameChg>
        <pc:picChg chg="mod">
          <ac:chgData name="Kagame Fred" userId="63910e53-0d66-466a-91b1-c2053af931ec" providerId="ADAL" clId="{6063057F-42BC-4D4D-8C34-3537E570CB32}" dt="2025-08-29T09:23:26.797" v="1488" actId="1076"/>
          <ac:picMkLst>
            <pc:docMk/>
            <pc:sldMk cId="0" sldId="311"/>
            <ac:picMk id="3074" creationId="{00000000-0000-0000-0000-000000000000}"/>
          </ac:picMkLst>
        </pc:picChg>
      </pc:sldChg>
      <pc:sldChg chg="modSp mod chgLayout">
        <pc:chgData name="Kagame Fred" userId="63910e53-0d66-466a-91b1-c2053af931ec" providerId="ADAL" clId="{6063057F-42BC-4D4D-8C34-3537E570CB32}" dt="2025-08-29T09:24:45.312" v="1491" actId="14100"/>
        <pc:sldMkLst>
          <pc:docMk/>
          <pc:sldMk cId="0" sldId="312"/>
        </pc:sldMkLst>
        <pc:spChg chg="mod ord">
          <ac:chgData name="Kagame Fred" userId="63910e53-0d66-466a-91b1-c2053af931ec" providerId="ADAL" clId="{6063057F-42BC-4D4D-8C34-3537E570CB32}" dt="2025-08-04T13:56:11.229" v="139" actId="700"/>
          <ac:spMkLst>
            <pc:docMk/>
            <pc:sldMk cId="0" sldId="312"/>
            <ac:spMk id="13314" creationId="{00000000-0000-0000-0000-000000000000}"/>
          </ac:spMkLst>
        </pc:spChg>
        <pc:spChg chg="mod ord">
          <ac:chgData name="Kagame Fred" userId="63910e53-0d66-466a-91b1-c2053af931ec" providerId="ADAL" clId="{6063057F-42BC-4D4D-8C34-3537E570CB32}" dt="2025-08-29T09:23:57.425" v="1489" actId="14100"/>
          <ac:spMkLst>
            <pc:docMk/>
            <pc:sldMk cId="0" sldId="312"/>
            <ac:spMk id="13315" creationId="{00000000-0000-0000-0000-000000000000}"/>
          </ac:spMkLst>
        </pc:spChg>
        <pc:picChg chg="mod">
          <ac:chgData name="Kagame Fred" userId="63910e53-0d66-466a-91b1-c2053af931ec" providerId="ADAL" clId="{6063057F-42BC-4D4D-8C34-3537E570CB32}" dt="2025-08-29T09:24:45.312" v="1491" actId="14100"/>
          <ac:picMkLst>
            <pc:docMk/>
            <pc:sldMk cId="0" sldId="312"/>
            <ac:picMk id="4098" creationId="{00000000-0000-0000-0000-000000000000}"/>
          </ac:picMkLst>
        </pc:picChg>
      </pc:sldChg>
      <pc:sldChg chg="modSp mod chgLayout">
        <pc:chgData name="Kagame Fred" userId="63910e53-0d66-466a-91b1-c2053af931ec" providerId="ADAL" clId="{6063057F-42BC-4D4D-8C34-3537E570CB32}" dt="2025-08-29T09:27:58.011" v="1495" actId="14100"/>
        <pc:sldMkLst>
          <pc:docMk/>
          <pc:sldMk cId="0" sldId="315"/>
        </pc:sldMkLst>
        <pc:spChg chg="mod ord">
          <ac:chgData name="Kagame Fred" userId="63910e53-0d66-466a-91b1-c2053af931ec" providerId="ADAL" clId="{6063057F-42BC-4D4D-8C34-3537E570CB32}" dt="2025-08-04T13:56:11.229" v="139" actId="700"/>
          <ac:spMkLst>
            <pc:docMk/>
            <pc:sldMk cId="0" sldId="315"/>
            <ac:spMk id="13314" creationId="{00000000-0000-0000-0000-000000000000}"/>
          </ac:spMkLst>
        </pc:spChg>
        <pc:spChg chg="mod ord">
          <ac:chgData name="Kagame Fred" userId="63910e53-0d66-466a-91b1-c2053af931ec" providerId="ADAL" clId="{6063057F-42BC-4D4D-8C34-3537E570CB32}" dt="2025-08-29T09:27:58.011" v="1495" actId="14100"/>
          <ac:spMkLst>
            <pc:docMk/>
            <pc:sldMk cId="0" sldId="315"/>
            <ac:spMk id="13315" creationId="{00000000-0000-0000-0000-000000000000}"/>
          </ac:spMkLst>
        </pc:spChg>
        <pc:picChg chg="mod">
          <ac:chgData name="Kagame Fred" userId="63910e53-0d66-466a-91b1-c2053af931ec" providerId="ADAL" clId="{6063057F-42BC-4D4D-8C34-3537E570CB32}" dt="2025-08-29T09:27:53.418" v="1494" actId="1076"/>
          <ac:picMkLst>
            <pc:docMk/>
            <pc:sldMk cId="0" sldId="315"/>
            <ac:picMk id="12290" creationId="{00000000-0000-0000-0000-000000000000}"/>
          </ac:picMkLst>
        </pc:picChg>
      </pc:sldChg>
      <pc:sldChg chg="addSp delSp modSp del mod setBg delDesignElem chgLayout">
        <pc:chgData name="Kagame Fred" userId="63910e53-0d66-466a-91b1-c2053af931ec" providerId="ADAL" clId="{6063057F-42BC-4D4D-8C34-3537E570CB32}" dt="2025-08-04T14:05:31.758" v="227" actId="2696"/>
        <pc:sldMkLst>
          <pc:docMk/>
          <pc:sldMk cId="0" sldId="316"/>
        </pc:sldMkLst>
      </pc:sldChg>
      <pc:sldChg chg="addSp modSp mod chgLayout">
        <pc:chgData name="Kagame Fred" userId="63910e53-0d66-466a-91b1-c2053af931ec" providerId="ADAL" clId="{6063057F-42BC-4D4D-8C34-3537E570CB32}" dt="2025-08-29T09:54:03.823" v="1551" actId="20577"/>
        <pc:sldMkLst>
          <pc:docMk/>
          <pc:sldMk cId="0" sldId="317"/>
        </pc:sldMkLst>
        <pc:spChg chg="mod ord">
          <ac:chgData name="Kagame Fred" userId="63910e53-0d66-466a-91b1-c2053af931ec" providerId="ADAL" clId="{6063057F-42BC-4D4D-8C34-3537E570CB32}" dt="2025-08-28T09:12:22.012" v="964" actId="5793"/>
          <ac:spMkLst>
            <pc:docMk/>
            <pc:sldMk cId="0" sldId="317"/>
            <ac:spMk id="3" creationId="{00000000-0000-0000-0000-000000000000}"/>
          </ac:spMkLst>
        </pc:spChg>
        <pc:spChg chg="add mod">
          <ac:chgData name="Kagame Fred" userId="63910e53-0d66-466a-91b1-c2053af931ec" providerId="ADAL" clId="{6063057F-42BC-4D4D-8C34-3537E570CB32}" dt="2025-08-29T09:54:03.823" v="1551" actId="20577"/>
          <ac:spMkLst>
            <pc:docMk/>
            <pc:sldMk cId="0" sldId="317"/>
            <ac:spMk id="6" creationId="{7823BA77-4BA3-9B93-DB34-E9B8D7419F7D}"/>
          </ac:spMkLst>
        </pc:spChg>
        <pc:picChg chg="mod">
          <ac:chgData name="Kagame Fred" userId="63910e53-0d66-466a-91b1-c2053af931ec" providerId="ADAL" clId="{6063057F-42BC-4D4D-8C34-3537E570CB32}" dt="2025-08-28T09:11:15.042" v="953" actId="1076"/>
          <ac:picMkLst>
            <pc:docMk/>
            <pc:sldMk cId="0" sldId="317"/>
            <ac:picMk id="5" creationId="{00000000-0000-0000-0000-000000000000}"/>
          </ac:picMkLst>
        </pc:picChg>
      </pc:sldChg>
      <pc:sldChg chg="modSp mod chgLayout">
        <pc:chgData name="Kagame Fred" userId="63910e53-0d66-466a-91b1-c2053af931ec" providerId="ADAL" clId="{6063057F-42BC-4D4D-8C34-3537E570CB32}" dt="2025-08-28T09:14:24.684" v="974" actId="20577"/>
        <pc:sldMkLst>
          <pc:docMk/>
          <pc:sldMk cId="0" sldId="318"/>
        </pc:sldMkLst>
        <pc:spChg chg="mod ord">
          <ac:chgData name="Kagame Fred" userId="63910e53-0d66-466a-91b1-c2053af931ec" providerId="ADAL" clId="{6063057F-42BC-4D4D-8C34-3537E570CB32}" dt="2025-08-28T09:14:24.684" v="974" actId="20577"/>
          <ac:spMkLst>
            <pc:docMk/>
            <pc:sldMk cId="0" sldId="318"/>
            <ac:spMk id="3" creationId="{00000000-0000-0000-0000-000000000000}"/>
          </ac:spMkLst>
        </pc:spChg>
      </pc:sldChg>
      <pc:sldChg chg="mod chgLayout">
        <pc:chgData name="Kagame Fred" userId="63910e53-0d66-466a-91b1-c2053af931ec" providerId="ADAL" clId="{6063057F-42BC-4D4D-8C34-3537E570CB32}" dt="2025-08-04T13:56:11.229" v="139" actId="700"/>
        <pc:sldMkLst>
          <pc:docMk/>
          <pc:sldMk cId="0" sldId="319"/>
        </pc:sldMkLst>
      </pc:sldChg>
      <pc:sldChg chg="modSp mod chgLayout">
        <pc:chgData name="Kagame Fred" userId="63910e53-0d66-466a-91b1-c2053af931ec" providerId="ADAL" clId="{6063057F-42BC-4D4D-8C34-3537E570CB32}" dt="2025-08-04T13:56:11.229" v="139" actId="700"/>
        <pc:sldMkLst>
          <pc:docMk/>
          <pc:sldMk cId="0" sldId="320"/>
        </pc:sldMkLst>
        <pc:spChg chg="mod ord">
          <ac:chgData name="Kagame Fred" userId="63910e53-0d66-466a-91b1-c2053af931ec" providerId="ADAL" clId="{6063057F-42BC-4D4D-8C34-3537E570CB32}" dt="2025-08-04T13:56:11.229" v="139" actId="700"/>
          <ac:spMkLst>
            <pc:docMk/>
            <pc:sldMk cId="0" sldId="320"/>
            <ac:spMk id="3" creationId="{00000000-0000-0000-0000-000000000000}"/>
          </ac:spMkLst>
        </pc:spChg>
      </pc:sldChg>
      <pc:sldChg chg="modSp mod chgLayout">
        <pc:chgData name="Kagame Fred" userId="63910e53-0d66-466a-91b1-c2053af931ec" providerId="ADAL" clId="{6063057F-42BC-4D4D-8C34-3537E570CB32}" dt="2025-08-04T13:56:11.229" v="139" actId="700"/>
        <pc:sldMkLst>
          <pc:docMk/>
          <pc:sldMk cId="0" sldId="321"/>
        </pc:sldMkLst>
        <pc:spChg chg="mod ord">
          <ac:chgData name="Kagame Fred" userId="63910e53-0d66-466a-91b1-c2053af931ec" providerId="ADAL" clId="{6063057F-42BC-4D4D-8C34-3537E570CB32}" dt="2025-08-04T13:56:11.229" v="139" actId="700"/>
          <ac:spMkLst>
            <pc:docMk/>
            <pc:sldMk cId="0" sldId="321"/>
            <ac:spMk id="3" creationId="{00000000-0000-0000-0000-000000000000}"/>
          </ac:spMkLst>
        </pc:spChg>
      </pc:sldChg>
      <pc:sldChg chg="mod chgLayout">
        <pc:chgData name="Kagame Fred" userId="63910e53-0d66-466a-91b1-c2053af931ec" providerId="ADAL" clId="{6063057F-42BC-4D4D-8C34-3537E570CB32}" dt="2025-08-04T13:56:11.229" v="139" actId="700"/>
        <pc:sldMkLst>
          <pc:docMk/>
          <pc:sldMk cId="0" sldId="322"/>
        </pc:sldMkLst>
      </pc:sldChg>
      <pc:sldChg chg="modSp mod chgLayout">
        <pc:chgData name="Kagame Fred" userId="63910e53-0d66-466a-91b1-c2053af931ec" providerId="ADAL" clId="{6063057F-42BC-4D4D-8C34-3537E570CB32}" dt="2025-08-04T14:06:13.755" v="228" actId="14100"/>
        <pc:sldMkLst>
          <pc:docMk/>
          <pc:sldMk cId="0" sldId="323"/>
        </pc:sldMkLst>
        <pc:spChg chg="mod ord">
          <ac:chgData name="Kagame Fred" userId="63910e53-0d66-466a-91b1-c2053af931ec" providerId="ADAL" clId="{6063057F-42BC-4D4D-8C34-3537E570CB32}" dt="2025-08-04T14:06:13.755" v="228" actId="14100"/>
          <ac:spMkLst>
            <pc:docMk/>
            <pc:sldMk cId="0" sldId="323"/>
            <ac:spMk id="3" creationId="{00000000-0000-0000-0000-000000000000}"/>
          </ac:spMkLst>
        </pc:spChg>
      </pc:sldChg>
      <pc:sldChg chg="modSp mod chgLayout">
        <pc:chgData name="Kagame Fred" userId="63910e53-0d66-466a-91b1-c2053af931ec" providerId="ADAL" clId="{6063057F-42BC-4D4D-8C34-3537E570CB32}" dt="2025-08-29T10:05:10.375" v="1595" actId="27636"/>
        <pc:sldMkLst>
          <pc:docMk/>
          <pc:sldMk cId="0" sldId="324"/>
        </pc:sldMkLst>
        <pc:spChg chg="mod ord">
          <ac:chgData name="Kagame Fred" userId="63910e53-0d66-466a-91b1-c2053af931ec" providerId="ADAL" clId="{6063057F-42BC-4D4D-8C34-3537E570CB32}" dt="2025-08-29T10:05:10.375" v="1595" actId="27636"/>
          <ac:spMkLst>
            <pc:docMk/>
            <pc:sldMk cId="0" sldId="324"/>
            <ac:spMk id="3" creationId="{00000000-0000-0000-0000-000000000000}"/>
          </ac:spMkLst>
        </pc:spChg>
      </pc:sldChg>
      <pc:sldChg chg="modSp mod ord chgLayout">
        <pc:chgData name="Kagame Fred" userId="63910e53-0d66-466a-91b1-c2053af931ec" providerId="ADAL" clId="{6063057F-42BC-4D4D-8C34-3537E570CB32}" dt="2025-08-28T09:34:24.870" v="1068"/>
        <pc:sldMkLst>
          <pc:docMk/>
          <pc:sldMk cId="0" sldId="325"/>
        </pc:sldMkLst>
        <pc:spChg chg="mod ord">
          <ac:chgData name="Kagame Fred" userId="63910e53-0d66-466a-91b1-c2053af931ec" providerId="ADAL" clId="{6063057F-42BC-4D4D-8C34-3537E570CB32}" dt="2025-08-04T13:56:11.229" v="139" actId="700"/>
          <ac:spMkLst>
            <pc:docMk/>
            <pc:sldMk cId="0" sldId="325"/>
            <ac:spMk id="3" creationId="{00000000-0000-0000-0000-000000000000}"/>
          </ac:spMkLst>
        </pc:spChg>
      </pc:sldChg>
      <pc:sldChg chg="modSp mod chgLayout">
        <pc:chgData name="Kagame Fred" userId="63910e53-0d66-466a-91b1-c2053af931ec" providerId="ADAL" clId="{6063057F-42BC-4D4D-8C34-3537E570CB32}" dt="2025-08-04T13:56:11.229" v="139" actId="700"/>
        <pc:sldMkLst>
          <pc:docMk/>
          <pc:sldMk cId="0" sldId="326"/>
        </pc:sldMkLst>
        <pc:spChg chg="mod ord">
          <ac:chgData name="Kagame Fred" userId="63910e53-0d66-466a-91b1-c2053af931ec" providerId="ADAL" clId="{6063057F-42BC-4D4D-8C34-3537E570CB32}" dt="2025-08-04T13:56:11.229" v="139" actId="700"/>
          <ac:spMkLst>
            <pc:docMk/>
            <pc:sldMk cId="0" sldId="326"/>
            <ac:spMk id="3" creationId="{00000000-0000-0000-0000-000000000000}"/>
          </ac:spMkLst>
        </pc:spChg>
      </pc:sldChg>
      <pc:sldChg chg="modSp mod chgLayout">
        <pc:chgData name="Kagame Fred" userId="63910e53-0d66-466a-91b1-c2053af931ec" providerId="ADAL" clId="{6063057F-42BC-4D4D-8C34-3537E570CB32}" dt="2025-08-04T13:56:11.229" v="139" actId="700"/>
        <pc:sldMkLst>
          <pc:docMk/>
          <pc:sldMk cId="0" sldId="327"/>
        </pc:sldMkLst>
        <pc:spChg chg="mod ord">
          <ac:chgData name="Kagame Fred" userId="63910e53-0d66-466a-91b1-c2053af931ec" providerId="ADAL" clId="{6063057F-42BC-4D4D-8C34-3537E570CB32}" dt="2025-08-04T13:56:11.229" v="139" actId="700"/>
          <ac:spMkLst>
            <pc:docMk/>
            <pc:sldMk cId="0" sldId="327"/>
            <ac:spMk id="3" creationId="{00000000-0000-0000-0000-000000000000}"/>
          </ac:spMkLst>
        </pc:spChg>
      </pc:sldChg>
      <pc:sldChg chg="modSp add del mod chgLayout">
        <pc:chgData name="Kagame Fred" userId="63910e53-0d66-466a-91b1-c2053af931ec" providerId="ADAL" clId="{6063057F-42BC-4D4D-8C34-3537E570CB32}" dt="2025-08-29T10:31:56.628" v="1764" actId="47"/>
        <pc:sldMkLst>
          <pc:docMk/>
          <pc:sldMk cId="0" sldId="328"/>
        </pc:sldMkLst>
        <pc:spChg chg="mod ord">
          <ac:chgData name="Kagame Fred" userId="63910e53-0d66-466a-91b1-c2053af931ec" providerId="ADAL" clId="{6063057F-42BC-4D4D-8C34-3537E570CB32}" dt="2025-08-04T13:56:11.229" v="139" actId="700"/>
          <ac:spMkLst>
            <pc:docMk/>
            <pc:sldMk cId="0" sldId="328"/>
            <ac:spMk id="3" creationId="{00000000-0000-0000-0000-000000000000}"/>
          </ac:spMkLst>
        </pc:spChg>
      </pc:sldChg>
      <pc:sldChg chg="modSp mod chgLayout">
        <pc:chgData name="Kagame Fred" userId="63910e53-0d66-466a-91b1-c2053af931ec" providerId="ADAL" clId="{6063057F-42BC-4D4D-8C34-3537E570CB32}" dt="2025-08-04T13:56:11.229" v="139" actId="700"/>
        <pc:sldMkLst>
          <pc:docMk/>
          <pc:sldMk cId="0" sldId="329"/>
        </pc:sldMkLst>
        <pc:spChg chg="mod ord">
          <ac:chgData name="Kagame Fred" userId="63910e53-0d66-466a-91b1-c2053af931ec" providerId="ADAL" clId="{6063057F-42BC-4D4D-8C34-3537E570CB32}" dt="2025-08-04T13:56:11.229" v="139" actId="700"/>
          <ac:spMkLst>
            <pc:docMk/>
            <pc:sldMk cId="0" sldId="329"/>
            <ac:spMk id="13314" creationId="{00000000-0000-0000-0000-000000000000}"/>
          </ac:spMkLst>
        </pc:spChg>
      </pc:sldChg>
      <pc:sldChg chg="modSp mod chgLayout">
        <pc:chgData name="Kagame Fred" userId="63910e53-0d66-466a-91b1-c2053af931ec" providerId="ADAL" clId="{6063057F-42BC-4D4D-8C34-3537E570CB32}" dt="2025-08-04T13:56:11.229" v="139" actId="700"/>
        <pc:sldMkLst>
          <pc:docMk/>
          <pc:sldMk cId="0" sldId="330"/>
        </pc:sldMkLst>
        <pc:spChg chg="mod ord">
          <ac:chgData name="Kagame Fred" userId="63910e53-0d66-466a-91b1-c2053af931ec" providerId="ADAL" clId="{6063057F-42BC-4D4D-8C34-3537E570CB32}" dt="2025-08-04T13:56:11.229" v="139" actId="700"/>
          <ac:spMkLst>
            <pc:docMk/>
            <pc:sldMk cId="0" sldId="330"/>
            <ac:spMk id="13314" creationId="{00000000-0000-0000-0000-000000000000}"/>
          </ac:spMkLst>
        </pc:spChg>
        <pc:spChg chg="mod ord">
          <ac:chgData name="Kagame Fred" userId="63910e53-0d66-466a-91b1-c2053af931ec" providerId="ADAL" clId="{6063057F-42BC-4D4D-8C34-3537E570CB32}" dt="2025-08-04T13:56:11.229" v="139" actId="700"/>
          <ac:spMkLst>
            <pc:docMk/>
            <pc:sldMk cId="0" sldId="330"/>
            <ac:spMk id="13315" creationId="{00000000-0000-0000-0000-000000000000}"/>
          </ac:spMkLst>
        </pc:spChg>
      </pc:sldChg>
      <pc:sldChg chg="modSp del mod chgLayout">
        <pc:chgData name="Kagame Fred" userId="63910e53-0d66-466a-91b1-c2053af931ec" providerId="ADAL" clId="{6063057F-42BC-4D4D-8C34-3537E570CB32}" dt="2025-08-11T08:34:20.535" v="923" actId="2696"/>
        <pc:sldMkLst>
          <pc:docMk/>
          <pc:sldMk cId="0" sldId="331"/>
        </pc:sldMkLst>
      </pc:sldChg>
      <pc:sldChg chg="modSp del mod chgLayout">
        <pc:chgData name="Kagame Fred" userId="63910e53-0d66-466a-91b1-c2053af931ec" providerId="ADAL" clId="{6063057F-42BC-4D4D-8C34-3537E570CB32}" dt="2025-08-11T08:34:20.535" v="923" actId="2696"/>
        <pc:sldMkLst>
          <pc:docMk/>
          <pc:sldMk cId="0" sldId="332"/>
        </pc:sldMkLst>
      </pc:sldChg>
      <pc:sldChg chg="modSp del mod chgLayout">
        <pc:chgData name="Kagame Fred" userId="63910e53-0d66-466a-91b1-c2053af931ec" providerId="ADAL" clId="{6063057F-42BC-4D4D-8C34-3537E570CB32}" dt="2025-08-11T08:34:20.535" v="923" actId="2696"/>
        <pc:sldMkLst>
          <pc:docMk/>
          <pc:sldMk cId="0" sldId="333"/>
        </pc:sldMkLst>
      </pc:sldChg>
      <pc:sldChg chg="modSp add del mod chgLayout">
        <pc:chgData name="Kagame Fred" userId="63910e53-0d66-466a-91b1-c2053af931ec" providerId="ADAL" clId="{6063057F-42BC-4D4D-8C34-3537E570CB32}" dt="2025-08-29T10:37:25.501" v="1846" actId="2696"/>
        <pc:sldMkLst>
          <pc:docMk/>
          <pc:sldMk cId="0" sldId="368"/>
        </pc:sldMkLst>
      </pc:sldChg>
      <pc:sldChg chg="modSp add del mod chgLayout">
        <pc:chgData name="Kagame Fred" userId="63910e53-0d66-466a-91b1-c2053af931ec" providerId="ADAL" clId="{6063057F-42BC-4D4D-8C34-3537E570CB32}" dt="2025-08-29T10:37:25.501" v="1846" actId="2696"/>
        <pc:sldMkLst>
          <pc:docMk/>
          <pc:sldMk cId="0" sldId="369"/>
        </pc:sldMkLst>
      </pc:sldChg>
      <pc:sldChg chg="addSp delSp modSp add del mod chgLayout">
        <pc:chgData name="Kagame Fred" userId="63910e53-0d66-466a-91b1-c2053af931ec" providerId="ADAL" clId="{6063057F-42BC-4D4D-8C34-3537E570CB32}" dt="2025-08-29T10:37:25.501" v="1846" actId="2696"/>
        <pc:sldMkLst>
          <pc:docMk/>
          <pc:sldMk cId="0" sldId="370"/>
        </pc:sldMkLst>
      </pc:sldChg>
      <pc:sldChg chg="del mod chgLayout">
        <pc:chgData name="Kagame Fred" userId="63910e53-0d66-466a-91b1-c2053af931ec" providerId="ADAL" clId="{6063057F-42BC-4D4D-8C34-3537E570CB32}" dt="2025-08-11T08:34:20.535" v="923" actId="2696"/>
        <pc:sldMkLst>
          <pc:docMk/>
          <pc:sldMk cId="0" sldId="372"/>
        </pc:sldMkLst>
      </pc:sldChg>
      <pc:sldChg chg="del mod chgLayout">
        <pc:chgData name="Kagame Fred" userId="63910e53-0d66-466a-91b1-c2053af931ec" providerId="ADAL" clId="{6063057F-42BC-4D4D-8C34-3537E570CB32}" dt="2025-08-11T08:34:20.535" v="923" actId="2696"/>
        <pc:sldMkLst>
          <pc:docMk/>
          <pc:sldMk cId="0" sldId="373"/>
        </pc:sldMkLst>
      </pc:sldChg>
      <pc:sldChg chg="del mod chgLayout">
        <pc:chgData name="Kagame Fred" userId="63910e53-0d66-466a-91b1-c2053af931ec" providerId="ADAL" clId="{6063057F-42BC-4D4D-8C34-3537E570CB32}" dt="2025-08-11T08:34:20.535" v="923" actId="2696"/>
        <pc:sldMkLst>
          <pc:docMk/>
          <pc:sldMk cId="0" sldId="374"/>
        </pc:sldMkLst>
      </pc:sldChg>
      <pc:sldChg chg="del mod chgLayout">
        <pc:chgData name="Kagame Fred" userId="63910e53-0d66-466a-91b1-c2053af931ec" providerId="ADAL" clId="{6063057F-42BC-4D4D-8C34-3537E570CB32}" dt="2025-08-11T08:34:20.535" v="923" actId="2696"/>
        <pc:sldMkLst>
          <pc:docMk/>
          <pc:sldMk cId="0" sldId="375"/>
        </pc:sldMkLst>
      </pc:sldChg>
      <pc:sldChg chg="del mod chgLayout">
        <pc:chgData name="Kagame Fred" userId="63910e53-0d66-466a-91b1-c2053af931ec" providerId="ADAL" clId="{6063057F-42BC-4D4D-8C34-3537E570CB32}" dt="2025-08-11T08:34:20.535" v="923" actId="2696"/>
        <pc:sldMkLst>
          <pc:docMk/>
          <pc:sldMk cId="0" sldId="376"/>
        </pc:sldMkLst>
      </pc:sldChg>
      <pc:sldChg chg="del mod chgLayout">
        <pc:chgData name="Kagame Fred" userId="63910e53-0d66-466a-91b1-c2053af931ec" providerId="ADAL" clId="{6063057F-42BC-4D4D-8C34-3537E570CB32}" dt="2025-08-11T08:34:20.535" v="923" actId="2696"/>
        <pc:sldMkLst>
          <pc:docMk/>
          <pc:sldMk cId="0" sldId="377"/>
        </pc:sldMkLst>
      </pc:sldChg>
      <pc:sldChg chg="del mod chgLayout">
        <pc:chgData name="Kagame Fred" userId="63910e53-0d66-466a-91b1-c2053af931ec" providerId="ADAL" clId="{6063057F-42BC-4D4D-8C34-3537E570CB32}" dt="2025-08-11T08:34:20.535" v="923" actId="2696"/>
        <pc:sldMkLst>
          <pc:docMk/>
          <pc:sldMk cId="0" sldId="378"/>
        </pc:sldMkLst>
      </pc:sldChg>
      <pc:sldChg chg="del mod chgLayout">
        <pc:chgData name="Kagame Fred" userId="63910e53-0d66-466a-91b1-c2053af931ec" providerId="ADAL" clId="{6063057F-42BC-4D4D-8C34-3537E570CB32}" dt="2025-08-11T08:34:20.535" v="923" actId="2696"/>
        <pc:sldMkLst>
          <pc:docMk/>
          <pc:sldMk cId="0" sldId="393"/>
        </pc:sldMkLst>
      </pc:sldChg>
      <pc:sldChg chg="del mod chgLayout">
        <pc:chgData name="Kagame Fred" userId="63910e53-0d66-466a-91b1-c2053af931ec" providerId="ADAL" clId="{6063057F-42BC-4D4D-8C34-3537E570CB32}" dt="2025-08-11T08:34:20.535" v="923" actId="2696"/>
        <pc:sldMkLst>
          <pc:docMk/>
          <pc:sldMk cId="0" sldId="394"/>
        </pc:sldMkLst>
      </pc:sldChg>
      <pc:sldChg chg="del mod chgLayout">
        <pc:chgData name="Kagame Fred" userId="63910e53-0d66-466a-91b1-c2053af931ec" providerId="ADAL" clId="{6063057F-42BC-4D4D-8C34-3537E570CB32}" dt="2025-08-11T08:34:20.535" v="923" actId="2696"/>
        <pc:sldMkLst>
          <pc:docMk/>
          <pc:sldMk cId="0" sldId="396"/>
        </pc:sldMkLst>
      </pc:sldChg>
      <pc:sldChg chg="del mod chgLayout">
        <pc:chgData name="Kagame Fred" userId="63910e53-0d66-466a-91b1-c2053af931ec" providerId="ADAL" clId="{6063057F-42BC-4D4D-8C34-3537E570CB32}" dt="2025-08-11T08:34:20.535" v="923" actId="2696"/>
        <pc:sldMkLst>
          <pc:docMk/>
          <pc:sldMk cId="0" sldId="397"/>
        </pc:sldMkLst>
      </pc:sldChg>
      <pc:sldChg chg="del mod chgLayout">
        <pc:chgData name="Kagame Fred" userId="63910e53-0d66-466a-91b1-c2053af931ec" providerId="ADAL" clId="{6063057F-42BC-4D4D-8C34-3537E570CB32}" dt="2025-08-11T08:34:20.535" v="923" actId="2696"/>
        <pc:sldMkLst>
          <pc:docMk/>
          <pc:sldMk cId="0" sldId="398"/>
        </pc:sldMkLst>
      </pc:sldChg>
      <pc:sldChg chg="del mod chgLayout">
        <pc:chgData name="Kagame Fred" userId="63910e53-0d66-466a-91b1-c2053af931ec" providerId="ADAL" clId="{6063057F-42BC-4D4D-8C34-3537E570CB32}" dt="2025-08-11T08:34:20.535" v="923" actId="2696"/>
        <pc:sldMkLst>
          <pc:docMk/>
          <pc:sldMk cId="0" sldId="399"/>
        </pc:sldMkLst>
      </pc:sldChg>
      <pc:sldChg chg="del mod chgLayout">
        <pc:chgData name="Kagame Fred" userId="63910e53-0d66-466a-91b1-c2053af931ec" providerId="ADAL" clId="{6063057F-42BC-4D4D-8C34-3537E570CB32}" dt="2025-08-11T08:34:20.535" v="923" actId="2696"/>
        <pc:sldMkLst>
          <pc:docMk/>
          <pc:sldMk cId="0" sldId="400"/>
        </pc:sldMkLst>
      </pc:sldChg>
      <pc:sldChg chg="del mod chgLayout">
        <pc:chgData name="Kagame Fred" userId="63910e53-0d66-466a-91b1-c2053af931ec" providerId="ADAL" clId="{6063057F-42BC-4D4D-8C34-3537E570CB32}" dt="2025-08-11T08:34:20.535" v="923" actId="2696"/>
        <pc:sldMkLst>
          <pc:docMk/>
          <pc:sldMk cId="0" sldId="401"/>
        </pc:sldMkLst>
      </pc:sldChg>
      <pc:sldChg chg="addSp delSp modSp del mod chgLayout">
        <pc:chgData name="Kagame Fred" userId="63910e53-0d66-466a-91b1-c2053af931ec" providerId="ADAL" clId="{6063057F-42BC-4D4D-8C34-3537E570CB32}" dt="2025-08-11T08:34:20.535" v="923" actId="2696"/>
        <pc:sldMkLst>
          <pc:docMk/>
          <pc:sldMk cId="0" sldId="402"/>
        </pc:sldMkLst>
      </pc:sldChg>
      <pc:sldChg chg="del mod chgLayout">
        <pc:chgData name="Kagame Fred" userId="63910e53-0d66-466a-91b1-c2053af931ec" providerId="ADAL" clId="{6063057F-42BC-4D4D-8C34-3537E570CB32}" dt="2025-08-11T08:34:20.535" v="923" actId="2696"/>
        <pc:sldMkLst>
          <pc:docMk/>
          <pc:sldMk cId="0" sldId="403"/>
        </pc:sldMkLst>
      </pc:sldChg>
      <pc:sldChg chg="del mod chgLayout">
        <pc:chgData name="Kagame Fred" userId="63910e53-0d66-466a-91b1-c2053af931ec" providerId="ADAL" clId="{6063057F-42BC-4D4D-8C34-3537E570CB32}" dt="2025-08-11T08:34:20.535" v="923" actId="2696"/>
        <pc:sldMkLst>
          <pc:docMk/>
          <pc:sldMk cId="0" sldId="404"/>
        </pc:sldMkLst>
      </pc:sldChg>
      <pc:sldChg chg="del mod chgLayout">
        <pc:chgData name="Kagame Fred" userId="63910e53-0d66-466a-91b1-c2053af931ec" providerId="ADAL" clId="{6063057F-42BC-4D4D-8C34-3537E570CB32}" dt="2025-08-11T08:34:20.535" v="923" actId="2696"/>
        <pc:sldMkLst>
          <pc:docMk/>
          <pc:sldMk cId="0" sldId="405"/>
        </pc:sldMkLst>
      </pc:sldChg>
      <pc:sldChg chg="modSp del mod chgLayout">
        <pc:chgData name="Kagame Fred" userId="63910e53-0d66-466a-91b1-c2053af931ec" providerId="ADAL" clId="{6063057F-42BC-4D4D-8C34-3537E570CB32}" dt="2025-08-11T08:34:20.535" v="923" actId="2696"/>
        <pc:sldMkLst>
          <pc:docMk/>
          <pc:sldMk cId="0" sldId="406"/>
        </pc:sldMkLst>
      </pc:sldChg>
      <pc:sldChg chg="modSp del mod chgLayout">
        <pc:chgData name="Kagame Fred" userId="63910e53-0d66-466a-91b1-c2053af931ec" providerId="ADAL" clId="{6063057F-42BC-4D4D-8C34-3537E570CB32}" dt="2025-08-11T08:34:20.535" v="923" actId="2696"/>
        <pc:sldMkLst>
          <pc:docMk/>
          <pc:sldMk cId="0" sldId="407"/>
        </pc:sldMkLst>
      </pc:sldChg>
      <pc:sldChg chg="del mod chgLayout">
        <pc:chgData name="Kagame Fred" userId="63910e53-0d66-466a-91b1-c2053af931ec" providerId="ADAL" clId="{6063057F-42BC-4D4D-8C34-3537E570CB32}" dt="2025-08-11T08:34:20.535" v="923" actId="2696"/>
        <pc:sldMkLst>
          <pc:docMk/>
          <pc:sldMk cId="0" sldId="408"/>
        </pc:sldMkLst>
      </pc:sldChg>
      <pc:sldChg chg="del mod chgLayout">
        <pc:chgData name="Kagame Fred" userId="63910e53-0d66-466a-91b1-c2053af931ec" providerId="ADAL" clId="{6063057F-42BC-4D4D-8C34-3537E570CB32}" dt="2025-08-11T08:34:20.535" v="923" actId="2696"/>
        <pc:sldMkLst>
          <pc:docMk/>
          <pc:sldMk cId="0" sldId="409"/>
        </pc:sldMkLst>
      </pc:sldChg>
      <pc:sldChg chg="del mod ord chgLayout">
        <pc:chgData name="Kagame Fred" userId="63910e53-0d66-466a-91b1-c2053af931ec" providerId="ADAL" clId="{6063057F-42BC-4D4D-8C34-3537E570CB32}" dt="2025-08-11T08:34:20.535" v="923" actId="2696"/>
        <pc:sldMkLst>
          <pc:docMk/>
          <pc:sldMk cId="0" sldId="410"/>
        </pc:sldMkLst>
      </pc:sldChg>
      <pc:sldChg chg="del mod chgLayout">
        <pc:chgData name="Kagame Fred" userId="63910e53-0d66-466a-91b1-c2053af931ec" providerId="ADAL" clId="{6063057F-42BC-4D4D-8C34-3537E570CB32}" dt="2025-08-11T08:34:20.535" v="923" actId="2696"/>
        <pc:sldMkLst>
          <pc:docMk/>
          <pc:sldMk cId="0" sldId="411"/>
        </pc:sldMkLst>
      </pc:sldChg>
      <pc:sldChg chg="del mod chgLayout">
        <pc:chgData name="Kagame Fred" userId="63910e53-0d66-466a-91b1-c2053af931ec" providerId="ADAL" clId="{6063057F-42BC-4D4D-8C34-3537E570CB32}" dt="2025-08-11T08:34:20.535" v="923" actId="2696"/>
        <pc:sldMkLst>
          <pc:docMk/>
          <pc:sldMk cId="0" sldId="412"/>
        </pc:sldMkLst>
      </pc:sldChg>
      <pc:sldChg chg="del mod chgLayout">
        <pc:chgData name="Kagame Fred" userId="63910e53-0d66-466a-91b1-c2053af931ec" providerId="ADAL" clId="{6063057F-42BC-4D4D-8C34-3537E570CB32}" dt="2025-08-11T08:34:20.535" v="923" actId="2696"/>
        <pc:sldMkLst>
          <pc:docMk/>
          <pc:sldMk cId="0" sldId="413"/>
        </pc:sldMkLst>
      </pc:sldChg>
      <pc:sldChg chg="del mod chgLayout">
        <pc:chgData name="Kagame Fred" userId="63910e53-0d66-466a-91b1-c2053af931ec" providerId="ADAL" clId="{6063057F-42BC-4D4D-8C34-3537E570CB32}" dt="2025-08-11T08:34:20.535" v="923" actId="2696"/>
        <pc:sldMkLst>
          <pc:docMk/>
          <pc:sldMk cId="0" sldId="414"/>
        </pc:sldMkLst>
      </pc:sldChg>
      <pc:sldChg chg="del mod chgLayout">
        <pc:chgData name="Kagame Fred" userId="63910e53-0d66-466a-91b1-c2053af931ec" providerId="ADAL" clId="{6063057F-42BC-4D4D-8C34-3537E570CB32}" dt="2025-08-11T08:34:20.535" v="923" actId="2696"/>
        <pc:sldMkLst>
          <pc:docMk/>
          <pc:sldMk cId="0" sldId="415"/>
        </pc:sldMkLst>
      </pc:sldChg>
      <pc:sldChg chg="del mod chgLayout">
        <pc:chgData name="Kagame Fred" userId="63910e53-0d66-466a-91b1-c2053af931ec" providerId="ADAL" clId="{6063057F-42BC-4D4D-8C34-3537E570CB32}" dt="2025-08-11T08:34:20.535" v="923" actId="2696"/>
        <pc:sldMkLst>
          <pc:docMk/>
          <pc:sldMk cId="0" sldId="416"/>
        </pc:sldMkLst>
      </pc:sldChg>
      <pc:sldChg chg="del mod chgLayout">
        <pc:chgData name="Kagame Fred" userId="63910e53-0d66-466a-91b1-c2053af931ec" providerId="ADAL" clId="{6063057F-42BC-4D4D-8C34-3537E570CB32}" dt="2025-08-11T08:34:20.535" v="923" actId="2696"/>
        <pc:sldMkLst>
          <pc:docMk/>
          <pc:sldMk cId="0" sldId="417"/>
        </pc:sldMkLst>
      </pc:sldChg>
      <pc:sldChg chg="del mod chgLayout">
        <pc:chgData name="Kagame Fred" userId="63910e53-0d66-466a-91b1-c2053af931ec" providerId="ADAL" clId="{6063057F-42BC-4D4D-8C34-3537E570CB32}" dt="2025-08-11T08:34:20.535" v="923" actId="2696"/>
        <pc:sldMkLst>
          <pc:docMk/>
          <pc:sldMk cId="0" sldId="418"/>
        </pc:sldMkLst>
      </pc:sldChg>
      <pc:sldChg chg="del mod chgLayout">
        <pc:chgData name="Kagame Fred" userId="63910e53-0d66-466a-91b1-c2053af931ec" providerId="ADAL" clId="{6063057F-42BC-4D4D-8C34-3537E570CB32}" dt="2025-08-11T08:34:20.535" v="923" actId="2696"/>
        <pc:sldMkLst>
          <pc:docMk/>
          <pc:sldMk cId="0" sldId="419"/>
        </pc:sldMkLst>
      </pc:sldChg>
      <pc:sldChg chg="del mod chgLayout">
        <pc:chgData name="Kagame Fred" userId="63910e53-0d66-466a-91b1-c2053af931ec" providerId="ADAL" clId="{6063057F-42BC-4D4D-8C34-3537E570CB32}" dt="2025-08-11T08:34:20.535" v="923" actId="2696"/>
        <pc:sldMkLst>
          <pc:docMk/>
          <pc:sldMk cId="0" sldId="420"/>
        </pc:sldMkLst>
      </pc:sldChg>
      <pc:sldChg chg="del mod chgLayout">
        <pc:chgData name="Kagame Fred" userId="63910e53-0d66-466a-91b1-c2053af931ec" providerId="ADAL" clId="{6063057F-42BC-4D4D-8C34-3537E570CB32}" dt="2025-08-11T08:34:20.535" v="923" actId="2696"/>
        <pc:sldMkLst>
          <pc:docMk/>
          <pc:sldMk cId="0" sldId="421"/>
        </pc:sldMkLst>
      </pc:sldChg>
      <pc:sldChg chg="del mod chgLayout">
        <pc:chgData name="Kagame Fred" userId="63910e53-0d66-466a-91b1-c2053af931ec" providerId="ADAL" clId="{6063057F-42BC-4D4D-8C34-3537E570CB32}" dt="2025-08-11T08:34:20.535" v="923" actId="2696"/>
        <pc:sldMkLst>
          <pc:docMk/>
          <pc:sldMk cId="0" sldId="422"/>
        </pc:sldMkLst>
      </pc:sldChg>
      <pc:sldChg chg="del mod chgLayout">
        <pc:chgData name="Kagame Fred" userId="63910e53-0d66-466a-91b1-c2053af931ec" providerId="ADAL" clId="{6063057F-42BC-4D4D-8C34-3537E570CB32}" dt="2025-08-11T08:34:20.535" v="923" actId="2696"/>
        <pc:sldMkLst>
          <pc:docMk/>
          <pc:sldMk cId="0" sldId="423"/>
        </pc:sldMkLst>
      </pc:sldChg>
      <pc:sldChg chg="modSp del mod chgLayout">
        <pc:chgData name="Kagame Fred" userId="63910e53-0d66-466a-91b1-c2053af931ec" providerId="ADAL" clId="{6063057F-42BC-4D4D-8C34-3537E570CB32}" dt="2025-08-11T08:34:20.535" v="923" actId="2696"/>
        <pc:sldMkLst>
          <pc:docMk/>
          <pc:sldMk cId="0" sldId="424"/>
        </pc:sldMkLst>
      </pc:sldChg>
      <pc:sldChg chg="modSp del mod chgLayout">
        <pc:chgData name="Kagame Fred" userId="63910e53-0d66-466a-91b1-c2053af931ec" providerId="ADAL" clId="{6063057F-42BC-4D4D-8C34-3537E570CB32}" dt="2025-08-11T08:34:20.535" v="923" actId="2696"/>
        <pc:sldMkLst>
          <pc:docMk/>
          <pc:sldMk cId="0" sldId="425"/>
        </pc:sldMkLst>
      </pc:sldChg>
      <pc:sldChg chg="modSp del mod chgLayout">
        <pc:chgData name="Kagame Fred" userId="63910e53-0d66-466a-91b1-c2053af931ec" providerId="ADAL" clId="{6063057F-42BC-4D4D-8C34-3537E570CB32}" dt="2025-08-11T08:34:20.535" v="923" actId="2696"/>
        <pc:sldMkLst>
          <pc:docMk/>
          <pc:sldMk cId="0" sldId="426"/>
        </pc:sldMkLst>
      </pc:sldChg>
      <pc:sldChg chg="modSp del mod chgLayout">
        <pc:chgData name="Kagame Fred" userId="63910e53-0d66-466a-91b1-c2053af931ec" providerId="ADAL" clId="{6063057F-42BC-4D4D-8C34-3537E570CB32}" dt="2025-08-11T08:34:20.535" v="923" actId="2696"/>
        <pc:sldMkLst>
          <pc:docMk/>
          <pc:sldMk cId="0" sldId="427"/>
        </pc:sldMkLst>
      </pc:sldChg>
      <pc:sldChg chg="modSp del mod chgLayout">
        <pc:chgData name="Kagame Fred" userId="63910e53-0d66-466a-91b1-c2053af931ec" providerId="ADAL" clId="{6063057F-42BC-4D4D-8C34-3537E570CB32}" dt="2025-08-11T08:34:20.535" v="923" actId="2696"/>
        <pc:sldMkLst>
          <pc:docMk/>
          <pc:sldMk cId="0" sldId="428"/>
        </pc:sldMkLst>
      </pc:sldChg>
      <pc:sldChg chg="addSp delSp modSp new mod ord modClrScheme chgLayout">
        <pc:chgData name="Kagame Fred" userId="63910e53-0d66-466a-91b1-c2053af931ec" providerId="ADAL" clId="{6063057F-42BC-4D4D-8C34-3537E570CB32}" dt="2025-08-29T10:38:50.824" v="1848" actId="700"/>
        <pc:sldMkLst>
          <pc:docMk/>
          <pc:sldMk cId="2940538451" sldId="429"/>
        </pc:sldMkLst>
        <pc:spChg chg="add del mod ord">
          <ac:chgData name="Kagame Fred" userId="63910e53-0d66-466a-91b1-c2053af931ec" providerId="ADAL" clId="{6063057F-42BC-4D4D-8C34-3537E570CB32}" dt="2025-08-29T10:34:31.865" v="1778" actId="700"/>
          <ac:spMkLst>
            <pc:docMk/>
            <pc:sldMk cId="2940538451" sldId="429"/>
            <ac:spMk id="2" creationId="{1083B357-71F1-5B47-07B2-84E5DA8B51D4}"/>
          </ac:spMkLst>
        </pc:spChg>
        <pc:spChg chg="add mod">
          <ac:chgData name="Kagame Fred" userId="63910e53-0d66-466a-91b1-c2053af931ec" providerId="ADAL" clId="{6063057F-42BC-4D4D-8C34-3537E570CB32}" dt="2025-08-28T09:04:17.810" v="931" actId="14100"/>
          <ac:spMkLst>
            <pc:docMk/>
            <pc:sldMk cId="2940538451" sldId="429"/>
            <ac:spMk id="3" creationId="{39ADD671-1C97-CCA3-E723-E95C44E2ECC4}"/>
          </ac:spMkLst>
        </pc:spChg>
        <pc:spChg chg="add del mod ord">
          <ac:chgData name="Kagame Fred" userId="63910e53-0d66-466a-91b1-c2053af931ec" providerId="ADAL" clId="{6063057F-42BC-4D4D-8C34-3537E570CB32}" dt="2025-08-29T10:38:50.824" v="1848" actId="700"/>
          <ac:spMkLst>
            <pc:docMk/>
            <pc:sldMk cId="2940538451" sldId="429"/>
            <ac:spMk id="4" creationId="{8A1796D2-41A8-0E04-6BAD-F6A549968F68}"/>
          </ac:spMkLst>
        </pc:spChg>
      </pc:sldChg>
      <pc:sldChg chg="addSp delSp modSp new del mod">
        <pc:chgData name="Kagame Fred" userId="63910e53-0d66-466a-91b1-c2053af931ec" providerId="ADAL" clId="{6063057F-42BC-4D4D-8C34-3537E570CB32}" dt="2025-08-04T13:18:46.654" v="53" actId="2696"/>
        <pc:sldMkLst>
          <pc:docMk/>
          <pc:sldMk cId="4236050022" sldId="430"/>
        </pc:sldMkLst>
      </pc:sldChg>
      <pc:sldChg chg="addSp delSp modSp add mod setBg setClrOvrMap delDesignElem chgLayout">
        <pc:chgData name="Kagame Fred" userId="63910e53-0d66-466a-91b1-c2053af931ec" providerId="ADAL" clId="{6063057F-42BC-4D4D-8C34-3537E570CB32}" dt="2025-08-04T13:25:15.561" v="123" actId="26606"/>
        <pc:sldMkLst>
          <pc:docMk/>
          <pc:sldMk cId="1976229649" sldId="431"/>
        </pc:sldMkLst>
        <pc:spChg chg="add">
          <ac:chgData name="Kagame Fred" userId="63910e53-0d66-466a-91b1-c2053af931ec" providerId="ADAL" clId="{6063057F-42BC-4D4D-8C34-3537E570CB32}" dt="2025-08-04T13:25:15.561" v="123" actId="26606"/>
          <ac:spMkLst>
            <pc:docMk/>
            <pc:sldMk cId="1976229649" sldId="431"/>
            <ac:spMk id="20" creationId="{063BBA22-50EA-4C4D-BE05-F1CE4E63AA56}"/>
          </ac:spMkLst>
        </pc:spChg>
        <pc:spChg chg="add">
          <ac:chgData name="Kagame Fred" userId="63910e53-0d66-466a-91b1-c2053af931ec" providerId="ADAL" clId="{6063057F-42BC-4D4D-8C34-3537E570CB32}" dt="2025-08-04T13:25:15.561" v="123" actId="26606"/>
          <ac:spMkLst>
            <pc:docMk/>
            <pc:sldMk cId="1976229649" sldId="431"/>
            <ac:spMk id="38" creationId="{BACC6370-2D7E-4714-9D71-7542949D7D5D}"/>
          </ac:spMkLst>
        </pc:spChg>
        <pc:spChg chg="add">
          <ac:chgData name="Kagame Fred" userId="63910e53-0d66-466a-91b1-c2053af931ec" providerId="ADAL" clId="{6063057F-42BC-4D4D-8C34-3537E570CB32}" dt="2025-08-04T13:25:15.561" v="123" actId="26606"/>
          <ac:spMkLst>
            <pc:docMk/>
            <pc:sldMk cId="1976229649" sldId="431"/>
            <ac:spMk id="39" creationId="{F68B3F68-107C-434F-AA38-110D5EA91B85}"/>
          </ac:spMkLst>
        </pc:spChg>
        <pc:spChg chg="add">
          <ac:chgData name="Kagame Fred" userId="63910e53-0d66-466a-91b1-c2053af931ec" providerId="ADAL" clId="{6063057F-42BC-4D4D-8C34-3537E570CB32}" dt="2025-08-04T13:25:15.561" v="123" actId="26606"/>
          <ac:spMkLst>
            <pc:docMk/>
            <pc:sldMk cId="1976229649" sldId="431"/>
            <ac:spMk id="40" creationId="{AAD0DBB9-1A4B-4391-81D4-CB19F9AB918A}"/>
          </ac:spMkLst>
        </pc:spChg>
        <pc:graphicFrameChg chg="add">
          <ac:chgData name="Kagame Fred" userId="63910e53-0d66-466a-91b1-c2053af931ec" providerId="ADAL" clId="{6063057F-42BC-4D4D-8C34-3537E570CB32}" dt="2025-08-04T13:25:15.561" v="123" actId="26606"/>
          <ac:graphicFrameMkLst>
            <pc:docMk/>
            <pc:sldMk cId="1976229649" sldId="431"/>
            <ac:graphicFrameMk id="41" creationId="{E82CE053-7B81-5AFA-B0CD-EBC06D8AFCCC}"/>
          </ac:graphicFrameMkLst>
        </pc:graphicFrameChg>
      </pc:sldChg>
      <pc:sldChg chg="addSp modSp new del mod setBg">
        <pc:chgData name="Kagame Fred" userId="63910e53-0d66-466a-91b1-c2053af931ec" providerId="ADAL" clId="{6063057F-42BC-4D4D-8C34-3537E570CB32}" dt="2025-08-04T13:54:57.279" v="132" actId="2696"/>
        <pc:sldMkLst>
          <pc:docMk/>
          <pc:sldMk cId="3682471964" sldId="432"/>
        </pc:sldMkLst>
      </pc:sldChg>
      <pc:sldChg chg="addSp delSp modSp new mod setBg delDesignElem chgLayout">
        <pc:chgData name="Kagame Fred" userId="63910e53-0d66-466a-91b1-c2053af931ec" providerId="ADAL" clId="{6063057F-42BC-4D4D-8C34-3537E570CB32}" dt="2025-08-29T08:20:00.343" v="1238" actId="2164"/>
        <pc:sldMkLst>
          <pc:docMk/>
          <pc:sldMk cId="4197051853" sldId="433"/>
        </pc:sldMkLst>
        <pc:spChg chg="add mod">
          <ac:chgData name="Kagame Fred" userId="63910e53-0d66-466a-91b1-c2053af931ec" providerId="ADAL" clId="{6063057F-42BC-4D4D-8C34-3537E570CB32}" dt="2025-08-04T13:15:27.556" v="20" actId="26606"/>
          <ac:spMkLst>
            <pc:docMk/>
            <pc:sldMk cId="4197051853" sldId="433"/>
            <ac:spMk id="3" creationId="{FEAC0C96-6282-245A-4046-3052F400521C}"/>
          </ac:spMkLst>
        </pc:spChg>
        <pc:spChg chg="add">
          <ac:chgData name="Kagame Fred" userId="63910e53-0d66-466a-91b1-c2053af931ec" providerId="ADAL" clId="{6063057F-42BC-4D4D-8C34-3537E570CB32}" dt="2025-08-04T13:55:53.619" v="138" actId="26606"/>
          <ac:spMkLst>
            <pc:docMk/>
            <pc:sldMk cId="4197051853" sldId="433"/>
            <ac:spMk id="5" creationId="{D4771268-CB57-404A-9271-370EB28F6090}"/>
          </ac:spMkLst>
        </pc:spChg>
        <pc:graphicFrameChg chg="add mod ord modGraphic">
          <ac:chgData name="Kagame Fred" userId="63910e53-0d66-466a-91b1-c2053af931ec" providerId="ADAL" clId="{6063057F-42BC-4D4D-8C34-3537E570CB32}" dt="2025-08-29T08:20:00.343" v="1238" actId="2164"/>
          <ac:graphicFrameMkLst>
            <pc:docMk/>
            <pc:sldMk cId="4197051853" sldId="433"/>
            <ac:graphicFrameMk id="2" creationId="{13D8AB95-404B-3DAF-14C8-9AA25CC3E125}"/>
          </ac:graphicFrameMkLst>
        </pc:graphicFrameChg>
      </pc:sldChg>
      <pc:sldChg chg="modSp add del mod">
        <pc:chgData name="Kagame Fred" userId="63910e53-0d66-466a-91b1-c2053af931ec" providerId="ADAL" clId="{6063057F-42BC-4D4D-8C34-3537E570CB32}" dt="2025-08-29T08:13:42.235" v="1217" actId="2696"/>
        <pc:sldMkLst>
          <pc:docMk/>
          <pc:sldMk cId="2832550267" sldId="434"/>
        </pc:sldMkLst>
      </pc:sldChg>
      <pc:sldChg chg="addSp modSp new mod ord chgLayout">
        <pc:chgData name="Kagame Fred" userId="63910e53-0d66-466a-91b1-c2053af931ec" providerId="ADAL" clId="{6063057F-42BC-4D4D-8C34-3537E570CB32}" dt="2025-08-04T14:05:25.283" v="226" actId="1076"/>
        <pc:sldMkLst>
          <pc:docMk/>
          <pc:sldMk cId="478836028" sldId="435"/>
        </pc:sldMkLst>
        <pc:spChg chg="mod ord">
          <ac:chgData name="Kagame Fred" userId="63910e53-0d66-466a-91b1-c2053af931ec" providerId="ADAL" clId="{6063057F-42BC-4D4D-8C34-3537E570CB32}" dt="2025-08-04T14:01:35.078" v="217" actId="700"/>
          <ac:spMkLst>
            <pc:docMk/>
            <pc:sldMk cId="478836028" sldId="435"/>
            <ac:spMk id="2" creationId="{B1EB0253-FA75-02EE-0BD7-4F5E585FD836}"/>
          </ac:spMkLst>
        </pc:spChg>
        <pc:picChg chg="add mod">
          <ac:chgData name="Kagame Fred" userId="63910e53-0d66-466a-91b1-c2053af931ec" providerId="ADAL" clId="{6063057F-42BC-4D4D-8C34-3537E570CB32}" dt="2025-08-04T14:05:25.283" v="226" actId="1076"/>
          <ac:picMkLst>
            <pc:docMk/>
            <pc:sldMk cId="478836028" sldId="435"/>
            <ac:picMk id="4098" creationId="{EA4006A1-3DD5-7663-E07E-162C45FEE0E3}"/>
          </ac:picMkLst>
        </pc:picChg>
      </pc:sldChg>
      <pc:sldChg chg="add del ord">
        <pc:chgData name="Kagame Fred" userId="63910e53-0d66-466a-91b1-c2053af931ec" providerId="ADAL" clId="{6063057F-42BC-4D4D-8C34-3537E570CB32}" dt="2025-08-29T10:37:25.501" v="1846" actId="2696"/>
        <pc:sldMkLst>
          <pc:docMk/>
          <pc:sldMk cId="971025841" sldId="436"/>
        </pc:sldMkLst>
      </pc:sldChg>
      <pc:sldChg chg="addSp modSp new add del mod ord">
        <pc:chgData name="Kagame Fred" userId="63910e53-0d66-466a-91b1-c2053af931ec" providerId="ADAL" clId="{6063057F-42BC-4D4D-8C34-3537E570CB32}" dt="2025-08-29T10:37:25.501" v="1846" actId="2696"/>
        <pc:sldMkLst>
          <pc:docMk/>
          <pc:sldMk cId="700720578" sldId="437"/>
        </pc:sldMkLst>
        <pc:spChg chg="add mod">
          <ac:chgData name="Kagame Fred" userId="63910e53-0d66-466a-91b1-c2053af931ec" providerId="ADAL" clId="{6063057F-42BC-4D4D-8C34-3537E570CB32}" dt="2025-08-29T10:32:35.038" v="1774" actId="20577"/>
          <ac:spMkLst>
            <pc:docMk/>
            <pc:sldMk cId="700720578" sldId="437"/>
            <ac:spMk id="4" creationId="{EAE542AE-D250-47E6-DF1A-7F6F78078A0D}"/>
          </ac:spMkLst>
        </pc:spChg>
      </pc:sldChg>
      <pc:sldChg chg="addSp delSp modSp new add del mod">
        <pc:chgData name="Kagame Fred" userId="63910e53-0d66-466a-91b1-c2053af931ec" providerId="ADAL" clId="{6063057F-42BC-4D4D-8C34-3537E570CB32}" dt="2025-08-29T10:37:25.501" v="1846" actId="2696"/>
        <pc:sldMkLst>
          <pc:docMk/>
          <pc:sldMk cId="1092008426" sldId="438"/>
        </pc:sldMkLst>
      </pc:sldChg>
      <pc:sldChg chg="addSp delSp modSp new add del mod">
        <pc:chgData name="Kagame Fred" userId="63910e53-0d66-466a-91b1-c2053af931ec" providerId="ADAL" clId="{6063057F-42BC-4D4D-8C34-3537E570CB32}" dt="2025-08-29T10:37:25.501" v="1846" actId="2696"/>
        <pc:sldMkLst>
          <pc:docMk/>
          <pc:sldMk cId="41643611" sldId="439"/>
        </pc:sldMkLst>
      </pc:sldChg>
      <pc:sldChg chg="addSp modSp new add del mod setBg">
        <pc:chgData name="Kagame Fred" userId="63910e53-0d66-466a-91b1-c2053af931ec" providerId="ADAL" clId="{6063057F-42BC-4D4D-8C34-3537E570CB32}" dt="2025-08-29T10:37:25.501" v="1846" actId="2696"/>
        <pc:sldMkLst>
          <pc:docMk/>
          <pc:sldMk cId="2404775404" sldId="440"/>
        </pc:sldMkLst>
      </pc:sldChg>
      <pc:sldChg chg="addSp modSp new add del mod">
        <pc:chgData name="Kagame Fred" userId="63910e53-0d66-466a-91b1-c2053af931ec" providerId="ADAL" clId="{6063057F-42BC-4D4D-8C34-3537E570CB32}" dt="2025-08-29T10:37:25.501" v="1846" actId="2696"/>
        <pc:sldMkLst>
          <pc:docMk/>
          <pc:sldMk cId="18209083" sldId="441"/>
        </pc:sldMkLst>
      </pc:sldChg>
      <pc:sldChg chg="addSp delSp modSp new add del mod">
        <pc:chgData name="Kagame Fred" userId="63910e53-0d66-466a-91b1-c2053af931ec" providerId="ADAL" clId="{6063057F-42BC-4D4D-8C34-3537E570CB32}" dt="2025-08-29T10:37:25.501" v="1846" actId="2696"/>
        <pc:sldMkLst>
          <pc:docMk/>
          <pc:sldMk cId="4289397737" sldId="442"/>
        </pc:sldMkLst>
      </pc:sldChg>
      <pc:sldChg chg="addSp modSp new add del mod">
        <pc:chgData name="Kagame Fred" userId="63910e53-0d66-466a-91b1-c2053af931ec" providerId="ADAL" clId="{6063057F-42BC-4D4D-8C34-3537E570CB32}" dt="2025-08-29T10:37:25.501" v="1846" actId="2696"/>
        <pc:sldMkLst>
          <pc:docMk/>
          <pc:sldMk cId="3170049977" sldId="443"/>
        </pc:sldMkLst>
      </pc:sldChg>
      <pc:sldChg chg="new del ord">
        <pc:chgData name="Kagame Fred" userId="63910e53-0d66-466a-91b1-c2053af931ec" providerId="ADAL" clId="{6063057F-42BC-4D4D-8C34-3537E570CB32}" dt="2025-08-11T09:04:51.791" v="930" actId="2696"/>
        <pc:sldMkLst>
          <pc:docMk/>
          <pc:sldMk cId="297454342" sldId="444"/>
        </pc:sldMkLst>
      </pc:sldChg>
      <pc:sldChg chg="addSp modSp new mod ord">
        <pc:chgData name="Kagame Fred" userId="63910e53-0d66-466a-91b1-c2053af931ec" providerId="ADAL" clId="{6063057F-42BC-4D4D-8C34-3537E570CB32}" dt="2025-08-29T09:52:37.824" v="1550"/>
        <pc:sldMkLst>
          <pc:docMk/>
          <pc:sldMk cId="1144736785" sldId="444"/>
        </pc:sldMkLst>
        <pc:spChg chg="add mod">
          <ac:chgData name="Kagame Fred" userId="63910e53-0d66-466a-91b1-c2053af931ec" providerId="ADAL" clId="{6063057F-42BC-4D4D-8C34-3537E570CB32}" dt="2025-08-29T09:30:03.937" v="1500" actId="404"/>
          <ac:spMkLst>
            <pc:docMk/>
            <pc:sldMk cId="1144736785" sldId="444"/>
            <ac:spMk id="4" creationId="{5BD99758-E1F3-9BAA-4A89-42C7F6A4F0FA}"/>
          </ac:spMkLst>
        </pc:spChg>
      </pc:sldChg>
      <pc:sldChg chg="addSp delSp modSp new del mod">
        <pc:chgData name="Kagame Fred" userId="63910e53-0d66-466a-91b1-c2053af931ec" providerId="ADAL" clId="{6063057F-42BC-4D4D-8C34-3537E570CB32}" dt="2025-08-11T08:34:20.535" v="923" actId="2696"/>
        <pc:sldMkLst>
          <pc:docMk/>
          <pc:sldMk cId="3523146694" sldId="444"/>
        </pc:sldMkLst>
      </pc:sldChg>
      <pc:sldChg chg="addSp modSp new del mod ord">
        <pc:chgData name="Kagame Fred" userId="63910e53-0d66-466a-91b1-c2053af931ec" providerId="ADAL" clId="{6063057F-42BC-4D4D-8C34-3537E570CB32}" dt="2025-08-11T08:34:20.535" v="923" actId="2696"/>
        <pc:sldMkLst>
          <pc:docMk/>
          <pc:sldMk cId="3501757286" sldId="445"/>
        </pc:sldMkLst>
      </pc:sldChg>
      <pc:sldChg chg="addSp delSp modSp new mod setBg">
        <pc:chgData name="Kagame Fred" userId="63910e53-0d66-466a-91b1-c2053af931ec" providerId="ADAL" clId="{6063057F-42BC-4D4D-8C34-3537E570CB32}" dt="2025-08-28T09:08:31.460" v="947" actId="26606"/>
        <pc:sldMkLst>
          <pc:docMk/>
          <pc:sldMk cId="3754031004" sldId="445"/>
        </pc:sldMkLst>
        <pc:spChg chg="mod ord">
          <ac:chgData name="Kagame Fred" userId="63910e53-0d66-466a-91b1-c2053af931ec" providerId="ADAL" clId="{6063057F-42BC-4D4D-8C34-3537E570CB32}" dt="2025-08-28T09:08:31.460" v="947" actId="26606"/>
          <ac:spMkLst>
            <pc:docMk/>
            <pc:sldMk cId="3754031004" sldId="445"/>
            <ac:spMk id="2" creationId="{2A3CAD1F-97A2-B227-A872-CE92A19C8183}"/>
          </ac:spMkLst>
        </pc:spChg>
        <pc:spChg chg="add del">
          <ac:chgData name="Kagame Fred" userId="63910e53-0d66-466a-91b1-c2053af931ec" providerId="ADAL" clId="{6063057F-42BC-4D4D-8C34-3537E570CB32}" dt="2025-08-28T09:08:31.457" v="946" actId="26606"/>
          <ac:spMkLst>
            <pc:docMk/>
            <pc:sldMk cId="3754031004" sldId="445"/>
            <ac:spMk id="9" creationId="{F3060C83-F051-4F0E-ABAD-AA0DFC48B218}"/>
          </ac:spMkLst>
        </pc:spChg>
        <pc:spChg chg="add del">
          <ac:chgData name="Kagame Fred" userId="63910e53-0d66-466a-91b1-c2053af931ec" providerId="ADAL" clId="{6063057F-42BC-4D4D-8C34-3537E570CB32}" dt="2025-08-28T09:08:31.457" v="946" actId="26606"/>
          <ac:spMkLst>
            <pc:docMk/>
            <pc:sldMk cId="3754031004" sldId="445"/>
            <ac:spMk id="11" creationId="{83C98ABE-055B-441F-B07E-44F97F083C39}"/>
          </ac:spMkLst>
        </pc:spChg>
        <pc:spChg chg="add del">
          <ac:chgData name="Kagame Fred" userId="63910e53-0d66-466a-91b1-c2053af931ec" providerId="ADAL" clId="{6063057F-42BC-4D4D-8C34-3537E570CB32}" dt="2025-08-28T09:08:31.457" v="946" actId="26606"/>
          <ac:spMkLst>
            <pc:docMk/>
            <pc:sldMk cId="3754031004" sldId="445"/>
            <ac:spMk id="13" creationId="{29FDB030-9B49-4CED-8CCD-4D99382388AC}"/>
          </ac:spMkLst>
        </pc:spChg>
        <pc:spChg chg="add del">
          <ac:chgData name="Kagame Fred" userId="63910e53-0d66-466a-91b1-c2053af931ec" providerId="ADAL" clId="{6063057F-42BC-4D4D-8C34-3537E570CB32}" dt="2025-08-28T09:08:31.457" v="946" actId="26606"/>
          <ac:spMkLst>
            <pc:docMk/>
            <pc:sldMk cId="3754031004" sldId="445"/>
            <ac:spMk id="15" creationId="{3783CA14-24A1-485C-8B30-D6A5D87987AD}"/>
          </ac:spMkLst>
        </pc:spChg>
        <pc:spChg chg="add del">
          <ac:chgData name="Kagame Fred" userId="63910e53-0d66-466a-91b1-c2053af931ec" providerId="ADAL" clId="{6063057F-42BC-4D4D-8C34-3537E570CB32}" dt="2025-08-28T09:08:31.457" v="946" actId="26606"/>
          <ac:spMkLst>
            <pc:docMk/>
            <pc:sldMk cId="3754031004" sldId="445"/>
            <ac:spMk id="17" creationId="{9A97C86A-04D6-40F7-AE84-31AB43E6A846}"/>
          </ac:spMkLst>
        </pc:spChg>
        <pc:spChg chg="add del">
          <ac:chgData name="Kagame Fred" userId="63910e53-0d66-466a-91b1-c2053af931ec" providerId="ADAL" clId="{6063057F-42BC-4D4D-8C34-3537E570CB32}" dt="2025-08-28T09:08:31.457" v="946" actId="26606"/>
          <ac:spMkLst>
            <pc:docMk/>
            <pc:sldMk cId="3754031004" sldId="445"/>
            <ac:spMk id="19" creationId="{FF9F2414-84E8-453E-B1F3-389FDE8192D9}"/>
          </ac:spMkLst>
        </pc:spChg>
        <pc:spChg chg="add del">
          <ac:chgData name="Kagame Fred" userId="63910e53-0d66-466a-91b1-c2053af931ec" providerId="ADAL" clId="{6063057F-42BC-4D4D-8C34-3537E570CB32}" dt="2025-08-28T09:08:31.457" v="946" actId="26606"/>
          <ac:spMkLst>
            <pc:docMk/>
            <pc:sldMk cId="3754031004" sldId="445"/>
            <ac:spMk id="21" creationId="{3ECA69A1-7536-43AC-85EF-C7106179F5ED}"/>
          </ac:spMkLst>
        </pc:spChg>
        <pc:picChg chg="add mod">
          <ac:chgData name="Kagame Fred" userId="63910e53-0d66-466a-91b1-c2053af931ec" providerId="ADAL" clId="{6063057F-42BC-4D4D-8C34-3537E570CB32}" dt="2025-08-28T09:08:31.460" v="947" actId="26606"/>
          <ac:picMkLst>
            <pc:docMk/>
            <pc:sldMk cId="3754031004" sldId="445"/>
            <ac:picMk id="4" creationId="{D0F78497-1C1A-FA50-A254-637C91FF6B87}"/>
          </ac:picMkLst>
        </pc:picChg>
      </pc:sldChg>
      <pc:sldChg chg="addSp modSp new mod ord">
        <pc:chgData name="Kagame Fred" userId="63910e53-0d66-466a-91b1-c2053af931ec" providerId="ADAL" clId="{6063057F-42BC-4D4D-8C34-3537E570CB32}" dt="2025-08-29T10:01:54.691" v="1565" actId="114"/>
        <pc:sldMkLst>
          <pc:docMk/>
          <pc:sldMk cId="677508913" sldId="446"/>
        </pc:sldMkLst>
        <pc:spChg chg="add mod">
          <ac:chgData name="Kagame Fred" userId="63910e53-0d66-466a-91b1-c2053af931ec" providerId="ADAL" clId="{6063057F-42BC-4D4D-8C34-3537E570CB32}" dt="2025-08-29T10:01:54.691" v="1565" actId="114"/>
          <ac:spMkLst>
            <pc:docMk/>
            <pc:sldMk cId="677508913" sldId="446"/>
            <ac:spMk id="4" creationId="{04EB2970-D435-32D2-409C-F4F41AF414A6}"/>
          </ac:spMkLst>
        </pc:spChg>
      </pc:sldChg>
      <pc:sldChg chg="addSp delSp modSp new del mod ord">
        <pc:chgData name="Kagame Fred" userId="63910e53-0d66-466a-91b1-c2053af931ec" providerId="ADAL" clId="{6063057F-42BC-4D4D-8C34-3537E570CB32}" dt="2025-08-11T08:34:20.535" v="923" actId="2696"/>
        <pc:sldMkLst>
          <pc:docMk/>
          <pc:sldMk cId="2035161235" sldId="446"/>
        </pc:sldMkLst>
      </pc:sldChg>
      <pc:sldChg chg="addSp modSp new del mod">
        <pc:chgData name="Kagame Fred" userId="63910e53-0d66-466a-91b1-c2053af931ec" providerId="ADAL" clId="{6063057F-42BC-4D4D-8C34-3537E570CB32}" dt="2025-08-11T08:34:20.535" v="923" actId="2696"/>
        <pc:sldMkLst>
          <pc:docMk/>
          <pc:sldMk cId="535398174" sldId="447"/>
        </pc:sldMkLst>
      </pc:sldChg>
      <pc:sldChg chg="addSp delSp modSp new mod setBg">
        <pc:chgData name="Kagame Fred" userId="63910e53-0d66-466a-91b1-c2053af931ec" providerId="ADAL" clId="{6063057F-42BC-4D4D-8C34-3537E570CB32}" dt="2025-08-29T10:04:04.086" v="1580" actId="1076"/>
        <pc:sldMkLst>
          <pc:docMk/>
          <pc:sldMk cId="746707600" sldId="447"/>
        </pc:sldMkLst>
        <pc:spChg chg="mod ord">
          <ac:chgData name="Kagame Fred" userId="63910e53-0d66-466a-91b1-c2053af931ec" providerId="ADAL" clId="{6063057F-42BC-4D4D-8C34-3537E570CB32}" dt="2025-08-28T09:19:22.014" v="1005" actId="26606"/>
          <ac:spMkLst>
            <pc:docMk/>
            <pc:sldMk cId="746707600" sldId="447"/>
            <ac:spMk id="2" creationId="{0C377AC2-1749-9B33-8BD3-A7689DF53621}"/>
          </ac:spMkLst>
        </pc:spChg>
        <pc:spChg chg="add mod ord">
          <ac:chgData name="Kagame Fred" userId="63910e53-0d66-466a-91b1-c2053af931ec" providerId="ADAL" clId="{6063057F-42BC-4D4D-8C34-3537E570CB32}" dt="2025-08-28T09:21:17.152" v="1020" actId="1076"/>
          <ac:spMkLst>
            <pc:docMk/>
            <pc:sldMk cId="746707600" sldId="447"/>
            <ac:spMk id="4" creationId="{46A8D294-5A89-6EA6-B3C1-23EFF163DDA3}"/>
          </ac:spMkLst>
        </pc:spChg>
        <pc:spChg chg="add mod">
          <ac:chgData name="Kagame Fred" userId="63910e53-0d66-466a-91b1-c2053af931ec" providerId="ADAL" clId="{6063057F-42BC-4D4D-8C34-3537E570CB32}" dt="2025-08-29T10:04:04.086" v="1580" actId="1076"/>
          <ac:spMkLst>
            <pc:docMk/>
            <pc:sldMk cId="746707600" sldId="447"/>
            <ac:spMk id="8" creationId="{25855A4B-D9A1-1F27-8290-3D3407BFCEC0}"/>
          </ac:spMkLst>
        </pc:spChg>
        <pc:spChg chg="add del">
          <ac:chgData name="Kagame Fred" userId="63910e53-0d66-466a-91b1-c2053af931ec" providerId="ADAL" clId="{6063057F-42BC-4D4D-8C34-3537E570CB32}" dt="2025-08-28T09:19:10.400" v="999" actId="26606"/>
          <ac:spMkLst>
            <pc:docMk/>
            <pc:sldMk cId="746707600" sldId="447"/>
            <ac:spMk id="11" creationId="{22587ECF-85E9-4393-9D87-8EB6F3F6C208}"/>
          </ac:spMkLst>
        </pc:spChg>
        <pc:spChg chg="add del">
          <ac:chgData name="Kagame Fred" userId="63910e53-0d66-466a-91b1-c2053af931ec" providerId="ADAL" clId="{6063057F-42BC-4D4D-8C34-3537E570CB32}" dt="2025-08-28T09:19:22.014" v="1005" actId="26606"/>
          <ac:spMkLst>
            <pc:docMk/>
            <pc:sldMk cId="746707600" sldId="447"/>
            <ac:spMk id="13" creationId="{A419ADC7-DE7C-464E-9F88-6CAB6F61BC3F}"/>
          </ac:spMkLst>
        </pc:spChg>
        <pc:picChg chg="add mod">
          <ac:chgData name="Kagame Fred" userId="63910e53-0d66-466a-91b1-c2053af931ec" providerId="ADAL" clId="{6063057F-42BC-4D4D-8C34-3537E570CB32}" dt="2025-08-28T09:21:00.538" v="1017" actId="14100"/>
          <ac:picMkLst>
            <pc:docMk/>
            <pc:sldMk cId="746707600" sldId="447"/>
            <ac:picMk id="6" creationId="{5501F439-1E3E-4332-2364-B9AB9343863C}"/>
          </ac:picMkLst>
        </pc:picChg>
      </pc:sldChg>
      <pc:sldChg chg="addSp modSp new mod">
        <pc:chgData name="Kagame Fred" userId="63910e53-0d66-466a-91b1-c2053af931ec" providerId="ADAL" clId="{6063057F-42BC-4D4D-8C34-3537E570CB32}" dt="2025-08-29T10:04:52.178" v="1592" actId="1076"/>
        <pc:sldMkLst>
          <pc:docMk/>
          <pc:sldMk cId="1360592343" sldId="448"/>
        </pc:sldMkLst>
        <pc:spChg chg="add mod">
          <ac:chgData name="Kagame Fred" userId="63910e53-0d66-466a-91b1-c2053af931ec" providerId="ADAL" clId="{6063057F-42BC-4D4D-8C34-3537E570CB32}" dt="2025-08-29T10:04:39.966" v="1589" actId="20577"/>
          <ac:spMkLst>
            <pc:docMk/>
            <pc:sldMk cId="1360592343" sldId="448"/>
            <ac:spMk id="4" creationId="{8DC18D3D-9EF1-CF31-41C4-E180AAA369B3}"/>
          </ac:spMkLst>
        </pc:spChg>
        <pc:picChg chg="add mod">
          <ac:chgData name="Kagame Fred" userId="63910e53-0d66-466a-91b1-c2053af931ec" providerId="ADAL" clId="{6063057F-42BC-4D4D-8C34-3537E570CB32}" dt="2025-08-29T10:04:52.178" v="1592" actId="1076"/>
          <ac:picMkLst>
            <pc:docMk/>
            <pc:sldMk cId="1360592343" sldId="448"/>
            <ac:picMk id="6" creationId="{FA468AE7-682B-685D-D6D2-83447902C171}"/>
          </ac:picMkLst>
        </pc:picChg>
      </pc:sldChg>
      <pc:sldChg chg="new del">
        <pc:chgData name="Kagame Fred" userId="63910e53-0d66-466a-91b1-c2053af931ec" providerId="ADAL" clId="{6063057F-42BC-4D4D-8C34-3537E570CB32}" dt="2025-08-11T07:12:10.200" v="761" actId="47"/>
        <pc:sldMkLst>
          <pc:docMk/>
          <pc:sldMk cId="1739313520" sldId="448"/>
        </pc:sldMkLst>
      </pc:sldChg>
      <pc:sldChg chg="addSp modSp new del mod">
        <pc:chgData name="Kagame Fred" userId="63910e53-0d66-466a-91b1-c2053af931ec" providerId="ADAL" clId="{6063057F-42BC-4D4D-8C34-3537E570CB32}" dt="2025-08-11T08:34:20.535" v="923" actId="2696"/>
        <pc:sldMkLst>
          <pc:docMk/>
          <pc:sldMk cId="4127394506" sldId="448"/>
        </pc:sldMkLst>
      </pc:sldChg>
      <pc:sldChg chg="addSp modSp new del mod">
        <pc:chgData name="Kagame Fred" userId="63910e53-0d66-466a-91b1-c2053af931ec" providerId="ADAL" clId="{6063057F-42BC-4D4D-8C34-3537E570CB32}" dt="2025-08-11T08:34:20.535" v="923" actId="2696"/>
        <pc:sldMkLst>
          <pc:docMk/>
          <pc:sldMk cId="2071466923" sldId="449"/>
        </pc:sldMkLst>
      </pc:sldChg>
      <pc:sldChg chg="addSp delSp modSp new mod">
        <pc:chgData name="Kagame Fred" userId="63910e53-0d66-466a-91b1-c2053af931ec" providerId="ADAL" clId="{6063057F-42BC-4D4D-8C34-3537E570CB32}" dt="2025-08-29T10:08:00.198" v="1642" actId="20577"/>
        <pc:sldMkLst>
          <pc:docMk/>
          <pc:sldMk cId="2255133174" sldId="449"/>
        </pc:sldMkLst>
        <pc:spChg chg="add mod">
          <ac:chgData name="Kagame Fred" userId="63910e53-0d66-466a-91b1-c2053af931ec" providerId="ADAL" clId="{6063057F-42BC-4D4D-8C34-3537E570CB32}" dt="2025-08-29T10:08:00.198" v="1642" actId="20577"/>
          <ac:spMkLst>
            <pc:docMk/>
            <pc:sldMk cId="2255133174" sldId="449"/>
            <ac:spMk id="4" creationId="{3AB012EE-719F-7BF9-D96F-B514470795BB}"/>
          </ac:spMkLst>
        </pc:spChg>
        <pc:spChg chg="add del mod">
          <ac:chgData name="Kagame Fred" userId="63910e53-0d66-466a-91b1-c2053af931ec" providerId="ADAL" clId="{6063057F-42BC-4D4D-8C34-3537E570CB32}" dt="2025-08-29T10:07:52.314" v="1640"/>
          <ac:spMkLst>
            <pc:docMk/>
            <pc:sldMk cId="2255133174" sldId="449"/>
            <ac:spMk id="6" creationId="{820DC22B-446C-37D4-A0C8-F389C656CFDF}"/>
          </ac:spMkLst>
        </pc:spChg>
      </pc:sldChg>
      <pc:sldChg chg="addSp modSp new mod">
        <pc:chgData name="Kagame Fred" userId="63910e53-0d66-466a-91b1-c2053af931ec" providerId="ADAL" clId="{6063057F-42BC-4D4D-8C34-3537E570CB32}" dt="2025-08-29T10:23:50.659" v="1694" actId="2710"/>
        <pc:sldMkLst>
          <pc:docMk/>
          <pc:sldMk cId="1044411828" sldId="450"/>
        </pc:sldMkLst>
        <pc:spChg chg="add mod">
          <ac:chgData name="Kagame Fred" userId="63910e53-0d66-466a-91b1-c2053af931ec" providerId="ADAL" clId="{6063057F-42BC-4D4D-8C34-3537E570CB32}" dt="2025-08-29T10:22:54.222" v="1687" actId="1076"/>
          <ac:spMkLst>
            <pc:docMk/>
            <pc:sldMk cId="1044411828" sldId="450"/>
            <ac:spMk id="3" creationId="{E11ED2BE-4AA4-A140-3945-7F2FE97178FB}"/>
          </ac:spMkLst>
        </pc:spChg>
        <pc:spChg chg="add mod">
          <ac:chgData name="Kagame Fred" userId="63910e53-0d66-466a-91b1-c2053af931ec" providerId="ADAL" clId="{6063057F-42BC-4D4D-8C34-3537E570CB32}" dt="2025-08-29T10:17:49.109" v="1681" actId="20577"/>
          <ac:spMkLst>
            <pc:docMk/>
            <pc:sldMk cId="1044411828" sldId="450"/>
            <ac:spMk id="4" creationId="{E7A82478-098C-0EEC-4179-C10CF8713A0E}"/>
          </ac:spMkLst>
        </pc:spChg>
        <pc:spChg chg="add mod">
          <ac:chgData name="Kagame Fred" userId="63910e53-0d66-466a-91b1-c2053af931ec" providerId="ADAL" clId="{6063057F-42BC-4D4D-8C34-3537E570CB32}" dt="2025-08-29T10:23:50.659" v="1694" actId="2710"/>
          <ac:spMkLst>
            <pc:docMk/>
            <pc:sldMk cId="1044411828" sldId="450"/>
            <ac:spMk id="7" creationId="{2D7593D6-3F1C-BEF7-EAD9-F0C3905EB75F}"/>
          </ac:spMkLst>
        </pc:spChg>
        <pc:picChg chg="add mod">
          <ac:chgData name="Kagame Fred" userId="63910e53-0d66-466a-91b1-c2053af931ec" providerId="ADAL" clId="{6063057F-42BC-4D4D-8C34-3537E570CB32}" dt="2025-08-29T10:22:56.746" v="1688" actId="1076"/>
          <ac:picMkLst>
            <pc:docMk/>
            <pc:sldMk cId="1044411828" sldId="450"/>
            <ac:picMk id="6" creationId="{4401455A-0D8E-FCA7-040C-7F34B4F506B9}"/>
          </ac:picMkLst>
        </pc:picChg>
      </pc:sldChg>
      <pc:sldChg chg="new del">
        <pc:chgData name="Kagame Fred" userId="63910e53-0d66-466a-91b1-c2053af931ec" providerId="ADAL" clId="{6063057F-42BC-4D4D-8C34-3537E570CB32}" dt="2025-08-11T07:36:38.681" v="824" actId="47"/>
        <pc:sldMkLst>
          <pc:docMk/>
          <pc:sldMk cId="1929713550" sldId="450"/>
        </pc:sldMkLst>
      </pc:sldChg>
      <pc:sldChg chg="addSp modSp new del mod">
        <pc:chgData name="Kagame Fred" userId="63910e53-0d66-466a-91b1-c2053af931ec" providerId="ADAL" clId="{6063057F-42BC-4D4D-8C34-3537E570CB32}" dt="2025-08-11T08:34:20.535" v="923" actId="2696"/>
        <pc:sldMkLst>
          <pc:docMk/>
          <pc:sldMk cId="4218372479" sldId="450"/>
        </pc:sldMkLst>
      </pc:sldChg>
      <pc:sldChg chg="addSp modSp new mod">
        <pc:chgData name="Kagame Fred" userId="63910e53-0d66-466a-91b1-c2053af931ec" providerId="ADAL" clId="{6063057F-42BC-4D4D-8C34-3537E570CB32}" dt="2025-08-28T09:31:32.053" v="1061" actId="113"/>
        <pc:sldMkLst>
          <pc:docMk/>
          <pc:sldMk cId="3580330988" sldId="451"/>
        </pc:sldMkLst>
        <pc:spChg chg="add mod">
          <ac:chgData name="Kagame Fred" userId="63910e53-0d66-466a-91b1-c2053af931ec" providerId="ADAL" clId="{6063057F-42BC-4D4D-8C34-3537E570CB32}" dt="2025-08-28T09:31:32.053" v="1061" actId="113"/>
          <ac:spMkLst>
            <pc:docMk/>
            <pc:sldMk cId="3580330988" sldId="451"/>
            <ac:spMk id="4" creationId="{BF4148E3-BF5B-4191-2D04-2B46F98401FA}"/>
          </ac:spMkLst>
        </pc:spChg>
      </pc:sldChg>
      <pc:sldChg chg="addSp modSp new mod">
        <pc:chgData name="Kagame Fred" userId="63910e53-0d66-466a-91b1-c2053af931ec" providerId="ADAL" clId="{6063057F-42BC-4D4D-8C34-3537E570CB32}" dt="2025-08-29T10:28:20.516" v="1734" actId="113"/>
        <pc:sldMkLst>
          <pc:docMk/>
          <pc:sldMk cId="3293672911" sldId="452"/>
        </pc:sldMkLst>
        <pc:spChg chg="add">
          <ac:chgData name="Kagame Fred" userId="63910e53-0d66-466a-91b1-c2053af931ec" providerId="ADAL" clId="{6063057F-42BC-4D4D-8C34-3537E570CB32}" dt="2025-08-29T10:25:48.697" v="1700"/>
          <ac:spMkLst>
            <pc:docMk/>
            <pc:sldMk cId="3293672911" sldId="452"/>
            <ac:spMk id="3" creationId="{BCB8D2CD-EDF7-404F-1172-970B94CE0131}"/>
          </ac:spMkLst>
        </pc:spChg>
        <pc:spChg chg="add mod">
          <ac:chgData name="Kagame Fred" userId="63910e53-0d66-466a-91b1-c2053af931ec" providerId="ADAL" clId="{6063057F-42BC-4D4D-8C34-3537E570CB32}" dt="2025-08-29T10:28:20.516" v="1734" actId="113"/>
          <ac:spMkLst>
            <pc:docMk/>
            <pc:sldMk cId="3293672911" sldId="452"/>
            <ac:spMk id="4" creationId="{DB21AA91-E9AE-2BBE-232E-63BC8C81E153}"/>
          </ac:spMkLst>
        </pc:spChg>
        <pc:spChg chg="add">
          <ac:chgData name="Kagame Fred" userId="63910e53-0d66-466a-91b1-c2053af931ec" providerId="ADAL" clId="{6063057F-42BC-4D4D-8C34-3537E570CB32}" dt="2025-08-29T10:25:48.697" v="1700"/>
          <ac:spMkLst>
            <pc:docMk/>
            <pc:sldMk cId="3293672911" sldId="452"/>
            <ac:spMk id="5" creationId="{61C60D58-29D3-BEEF-D3BB-418CA06FEF24}"/>
          </ac:spMkLst>
        </pc:spChg>
        <pc:spChg chg="add">
          <ac:chgData name="Kagame Fred" userId="63910e53-0d66-466a-91b1-c2053af931ec" providerId="ADAL" clId="{6063057F-42BC-4D4D-8C34-3537E570CB32}" dt="2025-08-29T10:25:48.697" v="1700"/>
          <ac:spMkLst>
            <pc:docMk/>
            <pc:sldMk cId="3293672911" sldId="452"/>
            <ac:spMk id="6" creationId="{DE77C171-C6B9-4FB3-8D15-08526040AA76}"/>
          </ac:spMkLst>
        </pc:spChg>
      </pc:sldChg>
      <pc:sldChg chg="addSp modSp new mod">
        <pc:chgData name="Kagame Fred" userId="63910e53-0d66-466a-91b1-c2053af931ec" providerId="ADAL" clId="{6063057F-42BC-4D4D-8C34-3537E570CB32}" dt="2025-08-28T09:35:40.658" v="1081" actId="20577"/>
        <pc:sldMkLst>
          <pc:docMk/>
          <pc:sldMk cId="3951136130" sldId="453"/>
        </pc:sldMkLst>
        <pc:spChg chg="add mod">
          <ac:chgData name="Kagame Fred" userId="63910e53-0d66-466a-91b1-c2053af931ec" providerId="ADAL" clId="{6063057F-42BC-4D4D-8C34-3537E570CB32}" dt="2025-08-28T09:34:43.917" v="1073" actId="2710"/>
          <ac:spMkLst>
            <pc:docMk/>
            <pc:sldMk cId="3951136130" sldId="453"/>
            <ac:spMk id="4" creationId="{58E05A88-C6B5-70F4-674D-5D723D7DC3F5}"/>
          </ac:spMkLst>
        </pc:spChg>
        <pc:spChg chg="add mod">
          <ac:chgData name="Kagame Fred" userId="63910e53-0d66-466a-91b1-c2053af931ec" providerId="ADAL" clId="{6063057F-42BC-4D4D-8C34-3537E570CB32}" dt="2025-08-28T09:35:40.658" v="1081" actId="20577"/>
          <ac:spMkLst>
            <pc:docMk/>
            <pc:sldMk cId="3951136130" sldId="453"/>
            <ac:spMk id="6" creationId="{FEDA9883-E09C-B9F6-CC9A-7CAB5AD32839}"/>
          </ac:spMkLst>
        </pc:spChg>
      </pc:sldChg>
      <pc:sldChg chg="addSp modSp new mod">
        <pc:chgData name="Kagame Fred" userId="63910e53-0d66-466a-91b1-c2053af931ec" providerId="ADAL" clId="{6063057F-42BC-4D4D-8C34-3537E570CB32}" dt="2025-08-28T09:41:06.986" v="1112" actId="14100"/>
        <pc:sldMkLst>
          <pc:docMk/>
          <pc:sldMk cId="2802372681" sldId="454"/>
        </pc:sldMkLst>
        <pc:spChg chg="add">
          <ac:chgData name="Kagame Fred" userId="63910e53-0d66-466a-91b1-c2053af931ec" providerId="ADAL" clId="{6063057F-42BC-4D4D-8C34-3537E570CB32}" dt="2025-08-28T09:38:39.192" v="1083"/>
          <ac:spMkLst>
            <pc:docMk/>
            <pc:sldMk cId="2802372681" sldId="454"/>
            <ac:spMk id="3" creationId="{13F81D65-3BA0-4C31-09CA-87A8513D0CBE}"/>
          </ac:spMkLst>
        </pc:spChg>
        <pc:spChg chg="add">
          <ac:chgData name="Kagame Fred" userId="63910e53-0d66-466a-91b1-c2053af931ec" providerId="ADAL" clId="{6063057F-42BC-4D4D-8C34-3537E570CB32}" dt="2025-08-28T09:38:39.192" v="1083"/>
          <ac:spMkLst>
            <pc:docMk/>
            <pc:sldMk cId="2802372681" sldId="454"/>
            <ac:spMk id="4" creationId="{42313807-505A-82C1-CFAB-E41D206824B4}"/>
          </ac:spMkLst>
        </pc:spChg>
        <pc:spChg chg="add">
          <ac:chgData name="Kagame Fred" userId="63910e53-0d66-466a-91b1-c2053af931ec" providerId="ADAL" clId="{6063057F-42BC-4D4D-8C34-3537E570CB32}" dt="2025-08-28T09:38:39.192" v="1083"/>
          <ac:spMkLst>
            <pc:docMk/>
            <pc:sldMk cId="2802372681" sldId="454"/>
            <ac:spMk id="5" creationId="{0C7295D1-A4A7-38CD-542E-29FC1FDD75B9}"/>
          </ac:spMkLst>
        </pc:spChg>
        <pc:spChg chg="add mod">
          <ac:chgData name="Kagame Fred" userId="63910e53-0d66-466a-91b1-c2053af931ec" providerId="ADAL" clId="{6063057F-42BC-4D4D-8C34-3537E570CB32}" dt="2025-08-28T09:41:06.986" v="1112" actId="14100"/>
          <ac:spMkLst>
            <pc:docMk/>
            <pc:sldMk cId="2802372681" sldId="454"/>
            <ac:spMk id="7" creationId="{41EB45DE-6289-4D8F-0AEE-684B504F27B9}"/>
          </ac:spMkLst>
        </pc:spChg>
      </pc:sldChg>
      <pc:sldChg chg="addSp modSp new mod">
        <pc:chgData name="Kagame Fred" userId="63910e53-0d66-466a-91b1-c2053af931ec" providerId="ADAL" clId="{6063057F-42BC-4D4D-8C34-3537E570CB32}" dt="2025-08-28T09:43:00.931" v="1128" actId="14100"/>
        <pc:sldMkLst>
          <pc:docMk/>
          <pc:sldMk cId="1901493297" sldId="455"/>
        </pc:sldMkLst>
        <pc:spChg chg="add mod">
          <ac:chgData name="Kagame Fred" userId="63910e53-0d66-466a-91b1-c2053af931ec" providerId="ADAL" clId="{6063057F-42BC-4D4D-8C34-3537E570CB32}" dt="2025-08-28T09:42:56.337" v="1126" actId="1076"/>
          <ac:spMkLst>
            <pc:docMk/>
            <pc:sldMk cId="1901493297" sldId="455"/>
            <ac:spMk id="4" creationId="{239E310D-CD20-6A82-0534-86D7589D7B93}"/>
          </ac:spMkLst>
        </pc:spChg>
        <pc:picChg chg="add mod">
          <ac:chgData name="Kagame Fred" userId="63910e53-0d66-466a-91b1-c2053af931ec" providerId="ADAL" clId="{6063057F-42BC-4D4D-8C34-3537E570CB32}" dt="2025-08-28T09:43:00.931" v="1128" actId="14100"/>
          <ac:picMkLst>
            <pc:docMk/>
            <pc:sldMk cId="1901493297" sldId="455"/>
            <ac:picMk id="6" creationId="{611FA110-27C4-C634-5DB1-D22CA8F906FB}"/>
          </ac:picMkLst>
        </pc:picChg>
      </pc:sldChg>
      <pc:sldChg chg="addSp modSp new mod">
        <pc:chgData name="Kagame Fred" userId="63910e53-0d66-466a-91b1-c2053af931ec" providerId="ADAL" clId="{6063057F-42BC-4D4D-8C34-3537E570CB32}" dt="2025-08-28T09:44:17.658" v="1139" actId="113"/>
        <pc:sldMkLst>
          <pc:docMk/>
          <pc:sldMk cId="2636531706" sldId="456"/>
        </pc:sldMkLst>
        <pc:spChg chg="add mod">
          <ac:chgData name="Kagame Fred" userId="63910e53-0d66-466a-91b1-c2053af931ec" providerId="ADAL" clId="{6063057F-42BC-4D4D-8C34-3537E570CB32}" dt="2025-08-28T09:44:17.658" v="1139" actId="113"/>
          <ac:spMkLst>
            <pc:docMk/>
            <pc:sldMk cId="2636531706" sldId="456"/>
            <ac:spMk id="4" creationId="{55A58F34-7581-6EE1-9F89-0EACCA92C5B9}"/>
          </ac:spMkLst>
        </pc:spChg>
      </pc:sldChg>
      <pc:sldChg chg="addSp delSp modSp new add del mod">
        <pc:chgData name="Kagame Fred" userId="63910e53-0d66-466a-91b1-c2053af931ec" providerId="ADAL" clId="{6063057F-42BC-4D4D-8C34-3537E570CB32}" dt="2025-08-29T10:37:25.501" v="1846" actId="2696"/>
        <pc:sldMkLst>
          <pc:docMk/>
          <pc:sldMk cId="1465559709" sldId="457"/>
        </pc:sldMkLst>
        <pc:spChg chg="add del mod">
          <ac:chgData name="Kagame Fred" userId="63910e53-0d66-466a-91b1-c2053af931ec" providerId="ADAL" clId="{6063057F-42BC-4D4D-8C34-3537E570CB32}" dt="2025-08-28T09:46:25.324" v="1144" actId="22"/>
          <ac:spMkLst>
            <pc:docMk/>
            <pc:sldMk cId="1465559709" sldId="457"/>
            <ac:spMk id="4" creationId="{56DE0367-AE7B-CD7A-4693-FBFC1D569D89}"/>
          </ac:spMkLst>
        </pc:spChg>
        <pc:spChg chg="add mod">
          <ac:chgData name="Kagame Fred" userId="63910e53-0d66-466a-91b1-c2053af931ec" providerId="ADAL" clId="{6063057F-42BC-4D4D-8C34-3537E570CB32}" dt="2025-08-28T09:46:49.426" v="1151" actId="21"/>
          <ac:spMkLst>
            <pc:docMk/>
            <pc:sldMk cId="1465559709" sldId="457"/>
            <ac:spMk id="6" creationId="{25721A26-F95C-D0DE-4858-45931A0E03AF}"/>
          </ac:spMkLst>
        </pc:spChg>
      </pc:sldChg>
      <pc:sldChg chg="addSp modSp new add del mod">
        <pc:chgData name="Kagame Fred" userId="63910e53-0d66-466a-91b1-c2053af931ec" providerId="ADAL" clId="{6063057F-42BC-4D4D-8C34-3537E570CB32}" dt="2025-08-29T10:37:25.501" v="1846" actId="2696"/>
        <pc:sldMkLst>
          <pc:docMk/>
          <pc:sldMk cId="1505967446" sldId="458"/>
        </pc:sldMkLst>
        <pc:spChg chg="add mod">
          <ac:chgData name="Kagame Fred" userId="63910e53-0d66-466a-91b1-c2053af931ec" providerId="ADAL" clId="{6063057F-42BC-4D4D-8C34-3537E570CB32}" dt="2025-08-28T09:48:20.926" v="1157" actId="1076"/>
          <ac:spMkLst>
            <pc:docMk/>
            <pc:sldMk cId="1505967446" sldId="458"/>
            <ac:spMk id="4" creationId="{5084CD66-3A66-32EC-63CA-A231AFB52984}"/>
          </ac:spMkLst>
        </pc:spChg>
      </pc:sldChg>
      <pc:sldChg chg="addSp delSp new del mod">
        <pc:chgData name="Kagame Fred" userId="63910e53-0d66-466a-91b1-c2053af931ec" providerId="ADAL" clId="{6063057F-42BC-4D4D-8C34-3537E570CB32}" dt="2025-08-29T10:32:51.834" v="1775" actId="47"/>
        <pc:sldMkLst>
          <pc:docMk/>
          <pc:sldMk cId="3540925868" sldId="459"/>
        </pc:sldMkLst>
        <pc:spChg chg="add del">
          <ac:chgData name="Kagame Fred" userId="63910e53-0d66-466a-91b1-c2053af931ec" providerId="ADAL" clId="{6063057F-42BC-4D4D-8C34-3537E570CB32}" dt="2025-08-28T09:48:39.001" v="1160" actId="22"/>
          <ac:spMkLst>
            <pc:docMk/>
            <pc:sldMk cId="3540925868" sldId="459"/>
            <ac:spMk id="4" creationId="{5E3688D9-1490-B3BE-19D0-514B1F0ED780}"/>
          </ac:spMkLst>
        </pc:spChg>
      </pc:sldChg>
      <pc:sldChg chg="addSp modSp new mod">
        <pc:chgData name="Kagame Fred" userId="63910e53-0d66-466a-91b1-c2053af931ec" providerId="ADAL" clId="{6063057F-42BC-4D4D-8C34-3537E570CB32}" dt="2025-08-28T14:14:35.788" v="1200" actId="21"/>
        <pc:sldMkLst>
          <pc:docMk/>
          <pc:sldMk cId="1169822032" sldId="460"/>
        </pc:sldMkLst>
        <pc:spChg chg="add mod">
          <ac:chgData name="Kagame Fred" userId="63910e53-0d66-466a-91b1-c2053af931ec" providerId="ADAL" clId="{6063057F-42BC-4D4D-8C34-3537E570CB32}" dt="2025-08-28T14:14:35.788" v="1200" actId="21"/>
          <ac:spMkLst>
            <pc:docMk/>
            <pc:sldMk cId="1169822032" sldId="460"/>
            <ac:spMk id="4" creationId="{9A27A186-EB3D-5B11-920F-F0F01EA8086B}"/>
          </ac:spMkLst>
        </pc:spChg>
      </pc:sldChg>
      <pc:sldChg chg="addSp modSp new mod">
        <pc:chgData name="Kagame Fred" userId="63910e53-0d66-466a-91b1-c2053af931ec" providerId="ADAL" clId="{6063057F-42BC-4D4D-8C34-3537E570CB32}" dt="2025-08-29T15:46:15.003" v="1935" actId="1076"/>
        <pc:sldMkLst>
          <pc:docMk/>
          <pc:sldMk cId="1959212450" sldId="461"/>
        </pc:sldMkLst>
        <pc:spChg chg="add mod">
          <ac:chgData name="Kagame Fred" userId="63910e53-0d66-466a-91b1-c2053af931ec" providerId="ADAL" clId="{6063057F-42BC-4D4D-8C34-3537E570CB32}" dt="2025-08-29T15:46:15.003" v="1935" actId="1076"/>
          <ac:spMkLst>
            <pc:docMk/>
            <pc:sldMk cId="1959212450" sldId="461"/>
            <ac:spMk id="4" creationId="{EDB15ECF-21CD-7C2B-E592-78B8715F7203}"/>
          </ac:spMkLst>
        </pc:spChg>
      </pc:sldChg>
      <pc:sldChg chg="addSp modSp new mod">
        <pc:chgData name="Kagame Fred" userId="63910e53-0d66-466a-91b1-c2053af931ec" providerId="ADAL" clId="{6063057F-42BC-4D4D-8C34-3537E570CB32}" dt="2025-08-28T14:12:43.423" v="1192" actId="2710"/>
        <pc:sldMkLst>
          <pc:docMk/>
          <pc:sldMk cId="20190552" sldId="462"/>
        </pc:sldMkLst>
        <pc:spChg chg="add mod">
          <ac:chgData name="Kagame Fred" userId="63910e53-0d66-466a-91b1-c2053af931ec" providerId="ADAL" clId="{6063057F-42BC-4D4D-8C34-3537E570CB32}" dt="2025-08-28T14:12:43.423" v="1192" actId="2710"/>
          <ac:spMkLst>
            <pc:docMk/>
            <pc:sldMk cId="20190552" sldId="462"/>
            <ac:spMk id="4" creationId="{072ED8D2-611F-C178-145A-4AEACCFA2C7F}"/>
          </ac:spMkLst>
        </pc:spChg>
      </pc:sldChg>
      <pc:sldChg chg="addSp modSp new mod">
        <pc:chgData name="Kagame Fred" userId="63910e53-0d66-466a-91b1-c2053af931ec" providerId="ADAL" clId="{6063057F-42BC-4D4D-8C34-3537E570CB32}" dt="2025-08-29T08:33:25.321" v="1455" actId="20577"/>
        <pc:sldMkLst>
          <pc:docMk/>
          <pc:sldMk cId="2986506094" sldId="463"/>
        </pc:sldMkLst>
        <pc:spChg chg="add mod">
          <ac:chgData name="Kagame Fred" userId="63910e53-0d66-466a-91b1-c2053af931ec" providerId="ADAL" clId="{6063057F-42BC-4D4D-8C34-3537E570CB32}" dt="2025-08-29T08:33:25.321" v="1455" actId="20577"/>
          <ac:spMkLst>
            <pc:docMk/>
            <pc:sldMk cId="2986506094" sldId="463"/>
            <ac:spMk id="4" creationId="{C78DE803-E1E9-B388-19FC-288DD8998ADD}"/>
          </ac:spMkLst>
        </pc:spChg>
        <pc:spChg chg="add mod">
          <ac:chgData name="Kagame Fred" userId="63910e53-0d66-466a-91b1-c2053af931ec" providerId="ADAL" clId="{6063057F-42BC-4D4D-8C34-3537E570CB32}" dt="2025-08-29T08:27:05.705" v="1447" actId="1076"/>
          <ac:spMkLst>
            <pc:docMk/>
            <pc:sldMk cId="2986506094" sldId="463"/>
            <ac:spMk id="6" creationId="{0F997ADD-028C-BECB-49BE-25B3E491A680}"/>
          </ac:spMkLst>
        </pc:spChg>
      </pc:sldChg>
      <pc:sldChg chg="addSp delSp modSp new mod ord">
        <pc:chgData name="Kagame Fred" userId="63910e53-0d66-466a-91b1-c2053af931ec" providerId="ADAL" clId="{6063057F-42BC-4D4D-8C34-3537E570CB32}" dt="2025-08-29T09:44:14.967" v="1529" actId="14100"/>
        <pc:sldMkLst>
          <pc:docMk/>
          <pc:sldMk cId="351817823" sldId="464"/>
        </pc:sldMkLst>
        <pc:spChg chg="add mod">
          <ac:chgData name="Kagame Fred" userId="63910e53-0d66-466a-91b1-c2053af931ec" providerId="ADAL" clId="{6063057F-42BC-4D4D-8C34-3537E570CB32}" dt="2025-08-29T09:43:47.416" v="1524" actId="1076"/>
          <ac:spMkLst>
            <pc:docMk/>
            <pc:sldMk cId="351817823" sldId="464"/>
            <ac:spMk id="4" creationId="{C575DB0F-FA51-1807-1F98-D864A7A7DE22}"/>
          </ac:spMkLst>
        </pc:spChg>
        <pc:spChg chg="add mod">
          <ac:chgData name="Kagame Fred" userId="63910e53-0d66-466a-91b1-c2053af931ec" providerId="ADAL" clId="{6063057F-42BC-4D4D-8C34-3537E570CB32}" dt="2025-08-29T09:43:44.814" v="1523" actId="1076"/>
          <ac:spMkLst>
            <pc:docMk/>
            <pc:sldMk cId="351817823" sldId="464"/>
            <ac:spMk id="6" creationId="{880F14E3-2A4E-6BE2-C681-3EC0009BE441}"/>
          </ac:spMkLst>
        </pc:spChg>
        <pc:spChg chg="add del mod">
          <ac:chgData name="Kagame Fred" userId="63910e53-0d66-466a-91b1-c2053af931ec" providerId="ADAL" clId="{6063057F-42BC-4D4D-8C34-3537E570CB32}" dt="2025-08-29T09:43:59.190" v="1527" actId="478"/>
          <ac:spMkLst>
            <pc:docMk/>
            <pc:sldMk cId="351817823" sldId="464"/>
            <ac:spMk id="8" creationId="{8AFE2753-6281-1C8D-433D-43D6D6C5E89E}"/>
          </ac:spMkLst>
        </pc:spChg>
        <pc:spChg chg="add del mod">
          <ac:chgData name="Kagame Fred" userId="63910e53-0d66-466a-91b1-c2053af931ec" providerId="ADAL" clId="{6063057F-42BC-4D4D-8C34-3537E570CB32}" dt="2025-08-29T09:43:34.934" v="1521" actId="478"/>
          <ac:spMkLst>
            <pc:docMk/>
            <pc:sldMk cId="351817823" sldId="464"/>
            <ac:spMk id="9" creationId="{26350584-28EB-A6C9-98E0-A7973F46F9B0}"/>
          </ac:spMkLst>
        </pc:spChg>
        <pc:graphicFrameChg chg="add mod modGraphic">
          <ac:chgData name="Kagame Fred" userId="63910e53-0d66-466a-91b1-c2053af931ec" providerId="ADAL" clId="{6063057F-42BC-4D4D-8C34-3537E570CB32}" dt="2025-08-29T09:44:14.967" v="1529" actId="14100"/>
          <ac:graphicFrameMkLst>
            <pc:docMk/>
            <pc:sldMk cId="351817823" sldId="464"/>
            <ac:graphicFrameMk id="7" creationId="{160CE992-EC9D-9C47-63F4-06522E3600EC}"/>
          </ac:graphicFrameMkLst>
        </pc:graphicFrameChg>
      </pc:sldChg>
      <pc:sldChg chg="addSp modSp new mod">
        <pc:chgData name="Kagame Fred" userId="63910e53-0d66-466a-91b1-c2053af931ec" providerId="ADAL" clId="{6063057F-42BC-4D4D-8C34-3537E570CB32}" dt="2025-08-29T09:52:03.032" v="1548" actId="1076"/>
        <pc:sldMkLst>
          <pc:docMk/>
          <pc:sldMk cId="3749747377" sldId="465"/>
        </pc:sldMkLst>
        <pc:spChg chg="add mod">
          <ac:chgData name="Kagame Fred" userId="63910e53-0d66-466a-91b1-c2053af931ec" providerId="ADAL" clId="{6063057F-42BC-4D4D-8C34-3537E570CB32}" dt="2025-08-29T09:45:34.109" v="1532"/>
          <ac:spMkLst>
            <pc:docMk/>
            <pc:sldMk cId="3749747377" sldId="465"/>
            <ac:spMk id="4" creationId="{83759DCD-2561-9F91-EE7C-2B72337A22C8}"/>
          </ac:spMkLst>
        </pc:spChg>
        <pc:spChg chg="add mod">
          <ac:chgData name="Kagame Fred" userId="63910e53-0d66-466a-91b1-c2053af931ec" providerId="ADAL" clId="{6063057F-42BC-4D4D-8C34-3537E570CB32}" dt="2025-08-29T09:45:34.109" v="1532"/>
          <ac:spMkLst>
            <pc:docMk/>
            <pc:sldMk cId="3749747377" sldId="465"/>
            <ac:spMk id="5" creationId="{AF3BC876-D7B6-347D-54CD-DF996EBE8E29}"/>
          </ac:spMkLst>
        </pc:spChg>
        <pc:spChg chg="add mod">
          <ac:chgData name="Kagame Fred" userId="63910e53-0d66-466a-91b1-c2053af931ec" providerId="ADAL" clId="{6063057F-42BC-4D4D-8C34-3537E570CB32}" dt="2025-08-29T09:45:34.109" v="1532"/>
          <ac:spMkLst>
            <pc:docMk/>
            <pc:sldMk cId="3749747377" sldId="465"/>
            <ac:spMk id="6" creationId="{27A4F53B-B835-F03C-3DDD-AF3745038D2C}"/>
          </ac:spMkLst>
        </pc:spChg>
        <pc:spChg chg="add mod">
          <ac:chgData name="Kagame Fred" userId="63910e53-0d66-466a-91b1-c2053af931ec" providerId="ADAL" clId="{6063057F-42BC-4D4D-8C34-3537E570CB32}" dt="2025-08-29T09:52:03.032" v="1548" actId="1076"/>
          <ac:spMkLst>
            <pc:docMk/>
            <pc:sldMk cId="3749747377" sldId="465"/>
            <ac:spMk id="8" creationId="{BA2771F2-6E93-33E7-F401-7096B8BC023B}"/>
          </ac:spMkLst>
        </pc:spChg>
        <pc:graphicFrameChg chg="add mod">
          <ac:chgData name="Kagame Fred" userId="63910e53-0d66-466a-91b1-c2053af931ec" providerId="ADAL" clId="{6063057F-42BC-4D4D-8C34-3537E570CB32}" dt="2025-08-29T09:45:32.059" v="1531"/>
          <ac:graphicFrameMkLst>
            <pc:docMk/>
            <pc:sldMk cId="3749747377" sldId="465"/>
            <ac:graphicFrameMk id="3" creationId="{2050F188-97BB-63AF-C3F2-0F59F639B16A}"/>
          </ac:graphicFrameMkLst>
        </pc:graphicFrameChg>
      </pc:sldChg>
      <pc:sldChg chg="addSp modSp new mod ord">
        <pc:chgData name="Kagame Fred" userId="63910e53-0d66-466a-91b1-c2053af931ec" providerId="ADAL" clId="{6063057F-42BC-4D4D-8C34-3537E570CB32}" dt="2025-08-29T10:16:45.362" v="1678" actId="403"/>
        <pc:sldMkLst>
          <pc:docMk/>
          <pc:sldMk cId="1379315528" sldId="466"/>
        </pc:sldMkLst>
        <pc:spChg chg="add">
          <ac:chgData name="Kagame Fred" userId="63910e53-0d66-466a-91b1-c2053af931ec" providerId="ADAL" clId="{6063057F-42BC-4D4D-8C34-3537E570CB32}" dt="2025-08-29T10:10:47.285" v="1655"/>
          <ac:spMkLst>
            <pc:docMk/>
            <pc:sldMk cId="1379315528" sldId="466"/>
            <ac:spMk id="3" creationId="{3C080278-A518-EA32-9A39-E14B8B67CD34}"/>
          </ac:spMkLst>
        </pc:spChg>
        <pc:spChg chg="add">
          <ac:chgData name="Kagame Fred" userId="63910e53-0d66-466a-91b1-c2053af931ec" providerId="ADAL" clId="{6063057F-42BC-4D4D-8C34-3537E570CB32}" dt="2025-08-29T10:10:47.285" v="1655"/>
          <ac:spMkLst>
            <pc:docMk/>
            <pc:sldMk cId="1379315528" sldId="466"/>
            <ac:spMk id="4" creationId="{75399609-D377-1AC0-E492-62854FE8147E}"/>
          </ac:spMkLst>
        </pc:spChg>
        <pc:spChg chg="add">
          <ac:chgData name="Kagame Fred" userId="63910e53-0d66-466a-91b1-c2053af931ec" providerId="ADAL" clId="{6063057F-42BC-4D4D-8C34-3537E570CB32}" dt="2025-08-29T10:10:47.285" v="1655"/>
          <ac:spMkLst>
            <pc:docMk/>
            <pc:sldMk cId="1379315528" sldId="466"/>
            <ac:spMk id="5" creationId="{BEBDAF31-D8D5-92AD-B846-D00D4CD1D03D}"/>
          </ac:spMkLst>
        </pc:spChg>
        <pc:spChg chg="add">
          <ac:chgData name="Kagame Fred" userId="63910e53-0d66-466a-91b1-c2053af931ec" providerId="ADAL" clId="{6063057F-42BC-4D4D-8C34-3537E570CB32}" dt="2025-08-29T10:10:47.285" v="1655"/>
          <ac:spMkLst>
            <pc:docMk/>
            <pc:sldMk cId="1379315528" sldId="466"/>
            <ac:spMk id="6" creationId="{D8F558AB-BC42-4476-C572-B272A60A1ED2}"/>
          </ac:spMkLst>
        </pc:spChg>
        <pc:spChg chg="add">
          <ac:chgData name="Kagame Fred" userId="63910e53-0d66-466a-91b1-c2053af931ec" providerId="ADAL" clId="{6063057F-42BC-4D4D-8C34-3537E570CB32}" dt="2025-08-29T10:10:47.285" v="1655"/>
          <ac:spMkLst>
            <pc:docMk/>
            <pc:sldMk cId="1379315528" sldId="466"/>
            <ac:spMk id="7" creationId="{43278226-6111-5FCF-2BC8-DD1648736C3B}"/>
          </ac:spMkLst>
        </pc:spChg>
        <pc:spChg chg="add mod">
          <ac:chgData name="Kagame Fred" userId="63910e53-0d66-466a-91b1-c2053af931ec" providerId="ADAL" clId="{6063057F-42BC-4D4D-8C34-3537E570CB32}" dt="2025-08-29T10:16:45.362" v="1678" actId="403"/>
          <ac:spMkLst>
            <pc:docMk/>
            <pc:sldMk cId="1379315528" sldId="466"/>
            <ac:spMk id="9" creationId="{EC91FF68-C310-8FE4-A7D7-6A57D2063202}"/>
          </ac:spMkLst>
        </pc:spChg>
      </pc:sldChg>
      <pc:sldChg chg="addSp modSp new mod">
        <pc:chgData name="Kagame Fred" userId="63910e53-0d66-466a-91b1-c2053af931ec" providerId="ADAL" clId="{6063057F-42BC-4D4D-8C34-3537E570CB32}" dt="2025-08-29T10:30:54.556" v="1762" actId="1076"/>
        <pc:sldMkLst>
          <pc:docMk/>
          <pc:sldMk cId="1196955453" sldId="467"/>
        </pc:sldMkLst>
        <pc:spChg chg="add mod">
          <ac:chgData name="Kagame Fred" userId="63910e53-0d66-466a-91b1-c2053af931ec" providerId="ADAL" clId="{6063057F-42BC-4D4D-8C34-3537E570CB32}" dt="2025-08-29T10:30:54.556" v="1762" actId="1076"/>
          <ac:spMkLst>
            <pc:docMk/>
            <pc:sldMk cId="1196955453" sldId="467"/>
            <ac:spMk id="4" creationId="{857FD55C-2AB6-13C0-7363-D9B468349EAA}"/>
          </ac:spMkLst>
        </pc:spChg>
      </pc:sldChg>
      <pc:sldChg chg="addSp delSp modSp new mod ord setBg">
        <pc:chgData name="Kagame Fred" userId="63910e53-0d66-466a-91b1-c2053af931ec" providerId="ADAL" clId="{6063057F-42BC-4D4D-8C34-3537E570CB32}" dt="2025-08-29T10:40:32.840" v="1932" actId="1076"/>
        <pc:sldMkLst>
          <pc:docMk/>
          <pc:sldMk cId="2574744986" sldId="468"/>
        </pc:sldMkLst>
        <pc:spChg chg="mod ord">
          <ac:chgData name="Kagame Fred" userId="63910e53-0d66-466a-91b1-c2053af931ec" providerId="ADAL" clId="{6063057F-42BC-4D4D-8C34-3537E570CB32}" dt="2025-08-29T10:40:27.209" v="1930" actId="26606"/>
          <ac:spMkLst>
            <pc:docMk/>
            <pc:sldMk cId="2574744986" sldId="468"/>
            <ac:spMk id="2" creationId="{8199789E-F28E-742E-4F24-64628CFB2941}"/>
          </ac:spMkLst>
        </pc:spChg>
        <pc:spChg chg="add mod">
          <ac:chgData name="Kagame Fred" userId="63910e53-0d66-466a-91b1-c2053af931ec" providerId="ADAL" clId="{6063057F-42BC-4D4D-8C34-3537E570CB32}" dt="2025-08-29T10:40:32.840" v="1932" actId="1076"/>
          <ac:spMkLst>
            <pc:docMk/>
            <pc:sldMk cId="2574744986" sldId="468"/>
            <ac:spMk id="4" creationId="{3D0B88BB-0EE9-981E-E417-5146FBE36095}"/>
          </ac:spMkLst>
        </pc:spChg>
        <pc:spChg chg="add del">
          <ac:chgData name="Kagame Fred" userId="63910e53-0d66-466a-91b1-c2053af931ec" providerId="ADAL" clId="{6063057F-42BC-4D4D-8C34-3537E570CB32}" dt="2025-08-29T10:40:27.209" v="1930" actId="26606"/>
          <ac:spMkLst>
            <pc:docMk/>
            <pc:sldMk cId="2574744986" sldId="468"/>
            <ac:spMk id="13" creationId="{5D7F64A8-D625-4F61-A290-B499BB62ACFF}"/>
          </ac:spMkLst>
        </pc:spChg>
        <pc:spChg chg="add">
          <ac:chgData name="Kagame Fred" userId="63910e53-0d66-466a-91b1-c2053af931ec" providerId="ADAL" clId="{6063057F-42BC-4D4D-8C34-3537E570CB32}" dt="2025-08-29T10:40:27.209" v="1930" actId="26606"/>
          <ac:spMkLst>
            <pc:docMk/>
            <pc:sldMk cId="2574744986" sldId="468"/>
            <ac:spMk id="18" creationId="{D4771268-CB57-404A-9271-370EB28F6090}"/>
          </ac:spMkLst>
        </pc:spChg>
        <pc:picChg chg="add mod ord">
          <ac:chgData name="Kagame Fred" userId="63910e53-0d66-466a-91b1-c2053af931ec" providerId="ADAL" clId="{6063057F-42BC-4D4D-8C34-3537E570CB32}" dt="2025-08-29T10:40:27.209" v="1930" actId="26606"/>
          <ac:picMkLst>
            <pc:docMk/>
            <pc:sldMk cId="2574744986" sldId="468"/>
            <ac:picMk id="8" creationId="{9C692885-57EB-0CA3-FD91-1ECA8CC8CC0F}"/>
          </ac:picMkLst>
        </pc:picChg>
        <pc:picChg chg="add del">
          <ac:chgData name="Kagame Fred" userId="63910e53-0d66-466a-91b1-c2053af931ec" providerId="ADAL" clId="{6063057F-42BC-4D4D-8C34-3537E570CB32}" dt="2025-08-29T10:40:27.209" v="1930" actId="26606"/>
          <ac:picMkLst>
            <pc:docMk/>
            <pc:sldMk cId="2574744986" sldId="468"/>
            <ac:picMk id="10" creationId="{3AB19FF5-99B0-42DC-A06A-93E8B16B5077}"/>
          </ac:picMkLst>
        </pc:picChg>
      </pc:sldChg>
      <pc:sldChg chg="addSp delSp modSp new del mod ord setBg modClrScheme addAnim delAnim chgLayout">
        <pc:chgData name="Kagame Fred" userId="63910e53-0d66-466a-91b1-c2053af931ec" providerId="ADAL" clId="{6063057F-42BC-4D4D-8C34-3537E570CB32}" dt="2025-08-29T10:37:13.829" v="1844" actId="680"/>
        <pc:sldMkLst>
          <pc:docMk/>
          <pc:sldMk cId="3572234650" sldId="468"/>
        </pc:sldMkLst>
        <pc:spChg chg="mod ord">
          <ac:chgData name="Kagame Fred" userId="63910e53-0d66-466a-91b1-c2053af931ec" providerId="ADAL" clId="{6063057F-42BC-4D4D-8C34-3537E570CB32}" dt="2025-08-29T10:37:13.414" v="1842" actId="700"/>
          <ac:spMkLst>
            <pc:docMk/>
            <pc:sldMk cId="3572234650" sldId="468"/>
            <ac:spMk id="2" creationId="{C991EB47-D032-4A9C-21AB-C2EFDA6ED054}"/>
          </ac:spMkLst>
        </pc:spChg>
        <pc:spChg chg="add del mod ord">
          <ac:chgData name="Kagame Fred" userId="63910e53-0d66-466a-91b1-c2053af931ec" providerId="ADAL" clId="{6063057F-42BC-4D4D-8C34-3537E570CB32}" dt="2025-08-29T10:37:13.414" v="1842" actId="700"/>
          <ac:spMkLst>
            <pc:docMk/>
            <pc:sldMk cId="3572234650" sldId="468"/>
            <ac:spMk id="3" creationId="{C19868B4-8363-163B-23B6-1658FB1FBA28}"/>
          </ac:spMkLst>
        </pc:spChg>
        <pc:spChg chg="add del">
          <ac:chgData name="Kagame Fred" userId="63910e53-0d66-466a-91b1-c2053af931ec" providerId="ADAL" clId="{6063057F-42BC-4D4D-8C34-3537E570CB32}" dt="2025-08-29T10:37:11.941" v="1837" actId="26606"/>
          <ac:spMkLst>
            <pc:docMk/>
            <pc:sldMk cId="3572234650" sldId="468"/>
            <ac:spMk id="8" creationId="{A8DB9CD9-59B1-4D73-BC4C-98796A48EF9B}"/>
          </ac:spMkLst>
        </pc:spChg>
        <pc:spChg chg="add del">
          <ac:chgData name="Kagame Fred" userId="63910e53-0d66-466a-91b1-c2053af931ec" providerId="ADAL" clId="{6063057F-42BC-4D4D-8C34-3537E570CB32}" dt="2025-08-29T10:37:11.941" v="1837" actId="26606"/>
          <ac:spMkLst>
            <pc:docMk/>
            <pc:sldMk cId="3572234650" sldId="468"/>
            <ac:spMk id="10" creationId="{8874A6A9-41FF-4E33-AFA8-F9F81436A59E}"/>
          </ac:spMkLst>
        </pc:spChg>
        <pc:spChg chg="add del">
          <ac:chgData name="Kagame Fred" userId="63910e53-0d66-466a-91b1-c2053af931ec" providerId="ADAL" clId="{6063057F-42BC-4D4D-8C34-3537E570CB32}" dt="2025-08-29T10:37:11.134" v="1834" actId="26606"/>
          <ac:spMkLst>
            <pc:docMk/>
            <pc:sldMk cId="3572234650" sldId="468"/>
            <ac:spMk id="24" creationId="{FFD48BC7-DC40-47DE-87EE-9F4B6ECB9ABB}"/>
          </ac:spMkLst>
        </pc:spChg>
        <pc:spChg chg="add del">
          <ac:chgData name="Kagame Fred" userId="63910e53-0d66-466a-91b1-c2053af931ec" providerId="ADAL" clId="{6063057F-42BC-4D4D-8C34-3537E570CB32}" dt="2025-08-29T10:37:11.134" v="1834" actId="26606"/>
          <ac:spMkLst>
            <pc:docMk/>
            <pc:sldMk cId="3572234650" sldId="468"/>
            <ac:spMk id="26" creationId="{E502BBC7-2C76-46F3-BC24-5985BC13DB88}"/>
          </ac:spMkLst>
        </pc:spChg>
        <pc:spChg chg="add del">
          <ac:chgData name="Kagame Fred" userId="63910e53-0d66-466a-91b1-c2053af931ec" providerId="ADAL" clId="{6063057F-42BC-4D4D-8C34-3537E570CB32}" dt="2025-08-29T10:37:11.134" v="1834" actId="26606"/>
          <ac:spMkLst>
            <pc:docMk/>
            <pc:sldMk cId="3572234650" sldId="468"/>
            <ac:spMk id="28" creationId="{C7F28D52-2A5F-4D23-81AE-7CB8B591C7AF}"/>
          </ac:spMkLst>
        </pc:spChg>
        <pc:spChg chg="add del">
          <ac:chgData name="Kagame Fred" userId="63910e53-0d66-466a-91b1-c2053af931ec" providerId="ADAL" clId="{6063057F-42BC-4D4D-8C34-3537E570CB32}" dt="2025-08-29T10:37:11.134" v="1834" actId="26606"/>
          <ac:spMkLst>
            <pc:docMk/>
            <pc:sldMk cId="3572234650" sldId="468"/>
            <ac:spMk id="30" creationId="{3629484E-3792-4B3D-89AD-7C8A1ED0E0D4}"/>
          </ac:spMkLst>
        </pc:spChg>
        <pc:spChg chg="add del">
          <ac:chgData name="Kagame Fred" userId="63910e53-0d66-466a-91b1-c2053af931ec" providerId="ADAL" clId="{6063057F-42BC-4D4D-8C34-3537E570CB32}" dt="2025-08-29T10:37:10.927" v="1833" actId="26606"/>
          <ac:spMkLst>
            <pc:docMk/>
            <pc:sldMk cId="3572234650" sldId="468"/>
            <ac:spMk id="35" creationId="{73A25D70-4A55-4F72-B9C5-A69CDBF4DB42}"/>
          </ac:spMkLst>
        </pc:spChg>
        <pc:spChg chg="add del">
          <ac:chgData name="Kagame Fred" userId="63910e53-0d66-466a-91b1-c2053af931ec" providerId="ADAL" clId="{6063057F-42BC-4D4D-8C34-3537E570CB32}" dt="2025-08-29T10:37:10.927" v="1833" actId="26606"/>
          <ac:spMkLst>
            <pc:docMk/>
            <pc:sldMk cId="3572234650" sldId="468"/>
            <ac:spMk id="37" creationId="{54957100-6D8B-4161-9F2F-C0A949EC84C4}"/>
          </ac:spMkLst>
        </pc:spChg>
        <pc:spChg chg="add del">
          <ac:chgData name="Kagame Fred" userId="63910e53-0d66-466a-91b1-c2053af931ec" providerId="ADAL" clId="{6063057F-42BC-4D4D-8C34-3537E570CB32}" dt="2025-08-29T10:37:10.927" v="1833" actId="26606"/>
          <ac:spMkLst>
            <pc:docMk/>
            <pc:sldMk cId="3572234650" sldId="468"/>
            <ac:spMk id="39" creationId="{0BD8B065-EE51-4AE2-A94C-86249998FD7B}"/>
          </ac:spMkLst>
        </pc:spChg>
        <pc:grpChg chg="add del">
          <ac:chgData name="Kagame Fred" userId="63910e53-0d66-466a-91b1-c2053af931ec" providerId="ADAL" clId="{6063057F-42BC-4D4D-8C34-3537E570CB32}" dt="2025-08-29T10:37:11.941" v="1837" actId="26606"/>
          <ac:grpSpMkLst>
            <pc:docMk/>
            <pc:sldMk cId="3572234650" sldId="468"/>
            <ac:grpSpMk id="12" creationId="{721D730E-1F97-4071-B143-B05E6D2599BC}"/>
          </ac:grpSpMkLst>
        </pc:grpChg>
        <pc:grpChg chg="add del">
          <ac:chgData name="Kagame Fred" userId="63910e53-0d66-466a-91b1-c2053af931ec" providerId="ADAL" clId="{6063057F-42BC-4D4D-8C34-3537E570CB32}" dt="2025-08-29T10:37:10.927" v="1833" actId="26606"/>
          <ac:grpSpMkLst>
            <pc:docMk/>
            <pc:sldMk cId="3572234650" sldId="468"/>
            <ac:grpSpMk id="47" creationId="{761945C4-D997-42F3-B59A-984CF0066715}"/>
          </ac:grpSpMkLst>
        </pc:grpChg>
      </pc:sldChg>
      <pc:sldMasterChg chg="delSldLayout">
        <pc:chgData name="Kagame Fred" userId="63910e53-0d66-466a-91b1-c2053af931ec" providerId="ADAL" clId="{6063057F-42BC-4D4D-8C34-3537E570CB32}" dt="2025-08-29T08:13:42.235" v="1217" actId="2696"/>
        <pc:sldMasterMkLst>
          <pc:docMk/>
          <pc:sldMasterMk cId="0" sldId="2147483648"/>
        </pc:sldMasterMkLst>
        <pc:sldLayoutChg chg="del">
          <pc:chgData name="Kagame Fred" userId="63910e53-0d66-466a-91b1-c2053af931ec" providerId="ADAL" clId="{6063057F-42BC-4D4D-8C34-3537E570CB32}" dt="2025-08-29T08:13:42.235" v="1217" actId="2696"/>
          <pc:sldLayoutMkLst>
            <pc:docMk/>
            <pc:sldMasterMk cId="0" sldId="2147483648"/>
            <pc:sldLayoutMk cId="0" sldId="2147483660"/>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74B60E3-F34F-460A-A1BC-CB60811E6FDC}" type="doc">
      <dgm:prSet loTypeId="urn:microsoft.com/office/officeart/2005/8/layout/vProcess5" loCatId="process" qsTypeId="urn:microsoft.com/office/officeart/2005/8/quickstyle/simple1" qsCatId="simple" csTypeId="urn:microsoft.com/office/officeart/2005/8/colors/colorful2" csCatId="colorful"/>
      <dgm:spPr/>
      <dgm:t>
        <a:bodyPr/>
        <a:lstStyle/>
        <a:p>
          <a:endParaRPr lang="en-US"/>
        </a:p>
      </dgm:t>
    </dgm:pt>
    <dgm:pt modelId="{2CEA9838-B60A-42FC-92EA-17CE49525F24}">
      <dgm:prSet/>
      <dgm:spPr/>
      <dgm:t>
        <a:bodyPr/>
        <a:lstStyle/>
        <a:p>
          <a:r>
            <a:rPr lang="en-US" b="1"/>
            <a:t>Basic Networking</a:t>
          </a:r>
          <a:r>
            <a:rPr lang="en-US"/>
            <a:t> focuses on:</a:t>
          </a:r>
        </a:p>
      </dgm:t>
    </dgm:pt>
    <dgm:pt modelId="{94939784-07CE-427B-B01C-17C870BB5363}" type="parTrans" cxnId="{B2A2D543-7D7D-4556-AAC0-C623AE153742}">
      <dgm:prSet/>
      <dgm:spPr/>
      <dgm:t>
        <a:bodyPr/>
        <a:lstStyle/>
        <a:p>
          <a:endParaRPr lang="en-US"/>
        </a:p>
      </dgm:t>
    </dgm:pt>
    <dgm:pt modelId="{4E63B3F9-1F65-4C61-B594-E72364719857}" type="sibTrans" cxnId="{B2A2D543-7D7D-4556-AAC0-C623AE153742}">
      <dgm:prSet/>
      <dgm:spPr/>
      <dgm:t>
        <a:bodyPr/>
        <a:lstStyle/>
        <a:p>
          <a:endParaRPr lang="en-US"/>
        </a:p>
      </dgm:t>
    </dgm:pt>
    <dgm:pt modelId="{D09EC98F-B991-4CAB-B9FE-8538B1773FA5}">
      <dgm:prSet/>
      <dgm:spPr/>
      <dgm:t>
        <a:bodyPr/>
        <a:lstStyle/>
        <a:p>
          <a:r>
            <a:rPr lang="en-US"/>
            <a:t>Understanding how data flows in a network</a:t>
          </a:r>
        </a:p>
      </dgm:t>
    </dgm:pt>
    <dgm:pt modelId="{C7586D24-E437-4968-8507-71CC813C8A13}" type="parTrans" cxnId="{B8DF376A-2EC3-4049-8A9B-52AC9E5F74ED}">
      <dgm:prSet/>
      <dgm:spPr/>
      <dgm:t>
        <a:bodyPr/>
        <a:lstStyle/>
        <a:p>
          <a:endParaRPr lang="en-US"/>
        </a:p>
      </dgm:t>
    </dgm:pt>
    <dgm:pt modelId="{E4249E5A-B37A-476B-BCA3-FF3EEFBD2B1F}" type="sibTrans" cxnId="{B8DF376A-2EC3-4049-8A9B-52AC9E5F74ED}">
      <dgm:prSet/>
      <dgm:spPr/>
      <dgm:t>
        <a:bodyPr/>
        <a:lstStyle/>
        <a:p>
          <a:endParaRPr lang="en-US"/>
        </a:p>
      </dgm:t>
    </dgm:pt>
    <dgm:pt modelId="{D2FE6054-C598-468B-86E3-D50D6D8D08C6}">
      <dgm:prSet/>
      <dgm:spPr/>
      <dgm:t>
        <a:bodyPr/>
        <a:lstStyle/>
        <a:p>
          <a:r>
            <a:rPr lang="en-US"/>
            <a:t>Building small LANs and setting IPs</a:t>
          </a:r>
        </a:p>
      </dgm:t>
    </dgm:pt>
    <dgm:pt modelId="{723EA8AA-5D35-49E2-8F09-A01B838D0B2A}" type="parTrans" cxnId="{F343D4E1-9FAE-45EC-BA74-37512F10B849}">
      <dgm:prSet/>
      <dgm:spPr/>
      <dgm:t>
        <a:bodyPr/>
        <a:lstStyle/>
        <a:p>
          <a:endParaRPr lang="en-US"/>
        </a:p>
      </dgm:t>
    </dgm:pt>
    <dgm:pt modelId="{BDF7F2F5-7A54-4421-9F3D-E3BA6C18BAEA}" type="sibTrans" cxnId="{F343D4E1-9FAE-45EC-BA74-37512F10B849}">
      <dgm:prSet/>
      <dgm:spPr/>
      <dgm:t>
        <a:bodyPr/>
        <a:lstStyle/>
        <a:p>
          <a:endParaRPr lang="en-US"/>
        </a:p>
      </dgm:t>
    </dgm:pt>
    <dgm:pt modelId="{2CDDA300-BA4B-4B69-8D7E-36184B744771}">
      <dgm:prSet/>
      <dgm:spPr/>
      <dgm:t>
        <a:bodyPr/>
        <a:lstStyle/>
        <a:p>
          <a:r>
            <a:rPr lang="en-US" dirty="0"/>
            <a:t>Knowing basic configurations of routers/switches</a:t>
          </a:r>
        </a:p>
      </dgm:t>
    </dgm:pt>
    <dgm:pt modelId="{0FD42A9A-7ECC-4020-B5CA-DA8C42924666}" type="parTrans" cxnId="{10E11335-BBB4-40FA-80FB-F45094737F61}">
      <dgm:prSet/>
      <dgm:spPr/>
      <dgm:t>
        <a:bodyPr/>
        <a:lstStyle/>
        <a:p>
          <a:endParaRPr lang="en-US"/>
        </a:p>
      </dgm:t>
    </dgm:pt>
    <dgm:pt modelId="{FFBCCB67-75EE-4473-8D66-2E3EDE43936A}" type="sibTrans" cxnId="{10E11335-BBB4-40FA-80FB-F45094737F61}">
      <dgm:prSet/>
      <dgm:spPr/>
      <dgm:t>
        <a:bodyPr/>
        <a:lstStyle/>
        <a:p>
          <a:endParaRPr lang="en-US"/>
        </a:p>
      </dgm:t>
    </dgm:pt>
    <dgm:pt modelId="{CD89558E-2AF2-42A7-9486-76DF1CDE70CB}">
      <dgm:prSet/>
      <dgm:spPr/>
      <dgm:t>
        <a:bodyPr/>
        <a:lstStyle/>
        <a:p>
          <a:r>
            <a:rPr lang="en-US"/>
            <a:t>OSI model, subnetting, cabling, and basic troubleshooting</a:t>
          </a:r>
        </a:p>
      </dgm:t>
    </dgm:pt>
    <dgm:pt modelId="{6A70040E-46BD-437F-BC1A-528E7CEDCDC0}" type="parTrans" cxnId="{9C16ADE8-4662-4B33-B7F0-C8AF357FC151}">
      <dgm:prSet/>
      <dgm:spPr/>
      <dgm:t>
        <a:bodyPr/>
        <a:lstStyle/>
        <a:p>
          <a:endParaRPr lang="en-US"/>
        </a:p>
      </dgm:t>
    </dgm:pt>
    <dgm:pt modelId="{260152B4-C8CE-448F-A1EC-09A33ADAB044}" type="sibTrans" cxnId="{9C16ADE8-4662-4B33-B7F0-C8AF357FC151}">
      <dgm:prSet/>
      <dgm:spPr/>
      <dgm:t>
        <a:bodyPr/>
        <a:lstStyle/>
        <a:p>
          <a:endParaRPr lang="en-US"/>
        </a:p>
      </dgm:t>
    </dgm:pt>
    <dgm:pt modelId="{F6F0D3E2-7D1C-4825-849E-6DF725051014}" type="pres">
      <dgm:prSet presAssocID="{874B60E3-F34F-460A-A1BC-CB60811E6FDC}" presName="outerComposite" presStyleCnt="0">
        <dgm:presLayoutVars>
          <dgm:chMax val="5"/>
          <dgm:dir/>
          <dgm:resizeHandles val="exact"/>
        </dgm:presLayoutVars>
      </dgm:prSet>
      <dgm:spPr/>
    </dgm:pt>
    <dgm:pt modelId="{AE09D235-6AAA-4000-9898-D93DB94FCE8D}" type="pres">
      <dgm:prSet presAssocID="{874B60E3-F34F-460A-A1BC-CB60811E6FDC}" presName="dummyMaxCanvas" presStyleCnt="0">
        <dgm:presLayoutVars/>
      </dgm:prSet>
      <dgm:spPr/>
    </dgm:pt>
    <dgm:pt modelId="{6FB28EBE-DF0F-41C4-B670-81E565244285}" type="pres">
      <dgm:prSet presAssocID="{874B60E3-F34F-460A-A1BC-CB60811E6FDC}" presName="FiveNodes_1" presStyleLbl="node1" presStyleIdx="0" presStyleCnt="5">
        <dgm:presLayoutVars>
          <dgm:bulletEnabled val="1"/>
        </dgm:presLayoutVars>
      </dgm:prSet>
      <dgm:spPr/>
    </dgm:pt>
    <dgm:pt modelId="{DE663051-01C3-40F3-9F12-8CAC8B3995A5}" type="pres">
      <dgm:prSet presAssocID="{874B60E3-F34F-460A-A1BC-CB60811E6FDC}" presName="FiveNodes_2" presStyleLbl="node1" presStyleIdx="1" presStyleCnt="5">
        <dgm:presLayoutVars>
          <dgm:bulletEnabled val="1"/>
        </dgm:presLayoutVars>
      </dgm:prSet>
      <dgm:spPr/>
    </dgm:pt>
    <dgm:pt modelId="{D833FA57-7A2C-45A8-99E3-C801ED8F8E60}" type="pres">
      <dgm:prSet presAssocID="{874B60E3-F34F-460A-A1BC-CB60811E6FDC}" presName="FiveNodes_3" presStyleLbl="node1" presStyleIdx="2" presStyleCnt="5">
        <dgm:presLayoutVars>
          <dgm:bulletEnabled val="1"/>
        </dgm:presLayoutVars>
      </dgm:prSet>
      <dgm:spPr/>
    </dgm:pt>
    <dgm:pt modelId="{9AD19F72-249C-465C-8F21-E06B1A761633}" type="pres">
      <dgm:prSet presAssocID="{874B60E3-F34F-460A-A1BC-CB60811E6FDC}" presName="FiveNodes_4" presStyleLbl="node1" presStyleIdx="3" presStyleCnt="5">
        <dgm:presLayoutVars>
          <dgm:bulletEnabled val="1"/>
        </dgm:presLayoutVars>
      </dgm:prSet>
      <dgm:spPr/>
    </dgm:pt>
    <dgm:pt modelId="{530BF117-3147-46B0-85CC-B574F924FD17}" type="pres">
      <dgm:prSet presAssocID="{874B60E3-F34F-460A-A1BC-CB60811E6FDC}" presName="FiveNodes_5" presStyleLbl="node1" presStyleIdx="4" presStyleCnt="5">
        <dgm:presLayoutVars>
          <dgm:bulletEnabled val="1"/>
        </dgm:presLayoutVars>
      </dgm:prSet>
      <dgm:spPr/>
    </dgm:pt>
    <dgm:pt modelId="{C3533BF3-0D67-4391-AFE5-999A4AFC97AA}" type="pres">
      <dgm:prSet presAssocID="{874B60E3-F34F-460A-A1BC-CB60811E6FDC}" presName="FiveConn_1-2" presStyleLbl="fgAccFollowNode1" presStyleIdx="0" presStyleCnt="4">
        <dgm:presLayoutVars>
          <dgm:bulletEnabled val="1"/>
        </dgm:presLayoutVars>
      </dgm:prSet>
      <dgm:spPr/>
    </dgm:pt>
    <dgm:pt modelId="{42CA2D4D-8EE1-41DF-82D8-7D10EECE55D2}" type="pres">
      <dgm:prSet presAssocID="{874B60E3-F34F-460A-A1BC-CB60811E6FDC}" presName="FiveConn_2-3" presStyleLbl="fgAccFollowNode1" presStyleIdx="1" presStyleCnt="4">
        <dgm:presLayoutVars>
          <dgm:bulletEnabled val="1"/>
        </dgm:presLayoutVars>
      </dgm:prSet>
      <dgm:spPr/>
    </dgm:pt>
    <dgm:pt modelId="{D78FBBBB-526C-4CE8-A951-712143478AAB}" type="pres">
      <dgm:prSet presAssocID="{874B60E3-F34F-460A-A1BC-CB60811E6FDC}" presName="FiveConn_3-4" presStyleLbl="fgAccFollowNode1" presStyleIdx="2" presStyleCnt="4">
        <dgm:presLayoutVars>
          <dgm:bulletEnabled val="1"/>
        </dgm:presLayoutVars>
      </dgm:prSet>
      <dgm:spPr/>
    </dgm:pt>
    <dgm:pt modelId="{F9D02AE8-DB6C-4110-B909-1B3406BE6431}" type="pres">
      <dgm:prSet presAssocID="{874B60E3-F34F-460A-A1BC-CB60811E6FDC}" presName="FiveConn_4-5" presStyleLbl="fgAccFollowNode1" presStyleIdx="3" presStyleCnt="4">
        <dgm:presLayoutVars>
          <dgm:bulletEnabled val="1"/>
        </dgm:presLayoutVars>
      </dgm:prSet>
      <dgm:spPr/>
    </dgm:pt>
    <dgm:pt modelId="{05439F61-FBA4-4F88-AD54-5813932883D7}" type="pres">
      <dgm:prSet presAssocID="{874B60E3-F34F-460A-A1BC-CB60811E6FDC}" presName="FiveNodes_1_text" presStyleLbl="node1" presStyleIdx="4" presStyleCnt="5">
        <dgm:presLayoutVars>
          <dgm:bulletEnabled val="1"/>
        </dgm:presLayoutVars>
      </dgm:prSet>
      <dgm:spPr/>
    </dgm:pt>
    <dgm:pt modelId="{08CB8DEC-5566-4DF9-BF7D-A75F6871195A}" type="pres">
      <dgm:prSet presAssocID="{874B60E3-F34F-460A-A1BC-CB60811E6FDC}" presName="FiveNodes_2_text" presStyleLbl="node1" presStyleIdx="4" presStyleCnt="5">
        <dgm:presLayoutVars>
          <dgm:bulletEnabled val="1"/>
        </dgm:presLayoutVars>
      </dgm:prSet>
      <dgm:spPr/>
    </dgm:pt>
    <dgm:pt modelId="{17836CAC-17F0-4F37-B42C-F82BAA05B1D5}" type="pres">
      <dgm:prSet presAssocID="{874B60E3-F34F-460A-A1BC-CB60811E6FDC}" presName="FiveNodes_3_text" presStyleLbl="node1" presStyleIdx="4" presStyleCnt="5">
        <dgm:presLayoutVars>
          <dgm:bulletEnabled val="1"/>
        </dgm:presLayoutVars>
      </dgm:prSet>
      <dgm:spPr/>
    </dgm:pt>
    <dgm:pt modelId="{4565EF05-581E-447C-A20F-660EB6CC3D56}" type="pres">
      <dgm:prSet presAssocID="{874B60E3-F34F-460A-A1BC-CB60811E6FDC}" presName="FiveNodes_4_text" presStyleLbl="node1" presStyleIdx="4" presStyleCnt="5">
        <dgm:presLayoutVars>
          <dgm:bulletEnabled val="1"/>
        </dgm:presLayoutVars>
      </dgm:prSet>
      <dgm:spPr/>
    </dgm:pt>
    <dgm:pt modelId="{967697F8-B8F8-475B-9DD9-21C314C80909}" type="pres">
      <dgm:prSet presAssocID="{874B60E3-F34F-460A-A1BC-CB60811E6FDC}" presName="FiveNodes_5_text" presStyleLbl="node1" presStyleIdx="4" presStyleCnt="5">
        <dgm:presLayoutVars>
          <dgm:bulletEnabled val="1"/>
        </dgm:presLayoutVars>
      </dgm:prSet>
      <dgm:spPr/>
    </dgm:pt>
  </dgm:ptLst>
  <dgm:cxnLst>
    <dgm:cxn modelId="{01D44B04-1991-4A1E-8FF1-D622B35CCC9C}" type="presOf" srcId="{874B60E3-F34F-460A-A1BC-CB60811E6FDC}" destId="{F6F0D3E2-7D1C-4825-849E-6DF725051014}" srcOrd="0" destOrd="0" presId="urn:microsoft.com/office/officeart/2005/8/layout/vProcess5"/>
    <dgm:cxn modelId="{683AD810-CE89-4C53-88B9-18825747C4EC}" type="presOf" srcId="{D2FE6054-C598-468B-86E3-D50D6D8D08C6}" destId="{17836CAC-17F0-4F37-B42C-F82BAA05B1D5}" srcOrd="1" destOrd="0" presId="urn:microsoft.com/office/officeart/2005/8/layout/vProcess5"/>
    <dgm:cxn modelId="{453EE516-461B-40B3-8081-2AAE737D8A9B}" type="presOf" srcId="{4E63B3F9-1F65-4C61-B594-E72364719857}" destId="{C3533BF3-0D67-4391-AFE5-999A4AFC97AA}" srcOrd="0" destOrd="0" presId="urn:microsoft.com/office/officeart/2005/8/layout/vProcess5"/>
    <dgm:cxn modelId="{5AAAEA29-9956-48F0-8D0D-41ECF0F94DCF}" type="presOf" srcId="{CD89558E-2AF2-42A7-9486-76DF1CDE70CB}" destId="{967697F8-B8F8-475B-9DD9-21C314C80909}" srcOrd="1" destOrd="0" presId="urn:microsoft.com/office/officeart/2005/8/layout/vProcess5"/>
    <dgm:cxn modelId="{10E11335-BBB4-40FA-80FB-F45094737F61}" srcId="{874B60E3-F34F-460A-A1BC-CB60811E6FDC}" destId="{2CDDA300-BA4B-4B69-8D7E-36184B744771}" srcOrd="3" destOrd="0" parTransId="{0FD42A9A-7ECC-4020-B5CA-DA8C42924666}" sibTransId="{FFBCCB67-75EE-4473-8D66-2E3EDE43936A}"/>
    <dgm:cxn modelId="{55A50B39-B878-4C76-8A15-71CD5581666C}" type="presOf" srcId="{2CEA9838-B60A-42FC-92EA-17CE49525F24}" destId="{05439F61-FBA4-4F88-AD54-5813932883D7}" srcOrd="1" destOrd="0" presId="urn:microsoft.com/office/officeart/2005/8/layout/vProcess5"/>
    <dgm:cxn modelId="{A159C13C-B2B1-49BB-A121-EE2EB9A46941}" type="presOf" srcId="{2CEA9838-B60A-42FC-92EA-17CE49525F24}" destId="{6FB28EBE-DF0F-41C4-B670-81E565244285}" srcOrd="0" destOrd="0" presId="urn:microsoft.com/office/officeart/2005/8/layout/vProcess5"/>
    <dgm:cxn modelId="{B2A2D543-7D7D-4556-AAC0-C623AE153742}" srcId="{874B60E3-F34F-460A-A1BC-CB60811E6FDC}" destId="{2CEA9838-B60A-42FC-92EA-17CE49525F24}" srcOrd="0" destOrd="0" parTransId="{94939784-07CE-427B-B01C-17C870BB5363}" sibTransId="{4E63B3F9-1F65-4C61-B594-E72364719857}"/>
    <dgm:cxn modelId="{04E3AA64-BE41-4C84-B10C-0086492C393A}" type="presOf" srcId="{E4249E5A-B37A-476B-BCA3-FF3EEFBD2B1F}" destId="{42CA2D4D-8EE1-41DF-82D8-7D10EECE55D2}" srcOrd="0" destOrd="0" presId="urn:microsoft.com/office/officeart/2005/8/layout/vProcess5"/>
    <dgm:cxn modelId="{B8DF376A-2EC3-4049-8A9B-52AC9E5F74ED}" srcId="{874B60E3-F34F-460A-A1BC-CB60811E6FDC}" destId="{D09EC98F-B991-4CAB-B9FE-8538B1773FA5}" srcOrd="1" destOrd="0" parTransId="{C7586D24-E437-4968-8507-71CC813C8A13}" sibTransId="{E4249E5A-B37A-476B-BCA3-FF3EEFBD2B1F}"/>
    <dgm:cxn modelId="{C16AE46E-E772-44C7-8522-7F012087B1F6}" type="presOf" srcId="{D09EC98F-B991-4CAB-B9FE-8538B1773FA5}" destId="{08CB8DEC-5566-4DF9-BF7D-A75F6871195A}" srcOrd="1" destOrd="0" presId="urn:microsoft.com/office/officeart/2005/8/layout/vProcess5"/>
    <dgm:cxn modelId="{C1BE3072-59DC-495D-9815-71169CA52913}" type="presOf" srcId="{D09EC98F-B991-4CAB-B9FE-8538B1773FA5}" destId="{DE663051-01C3-40F3-9F12-8CAC8B3995A5}" srcOrd="0" destOrd="0" presId="urn:microsoft.com/office/officeart/2005/8/layout/vProcess5"/>
    <dgm:cxn modelId="{9E0DBF72-522C-4589-9AB1-6FFD0927B349}" type="presOf" srcId="{D2FE6054-C598-468B-86E3-D50D6D8D08C6}" destId="{D833FA57-7A2C-45A8-99E3-C801ED8F8E60}" srcOrd="0" destOrd="0" presId="urn:microsoft.com/office/officeart/2005/8/layout/vProcess5"/>
    <dgm:cxn modelId="{FB7BCB80-0751-4FD0-B6F3-D32A65610772}" type="presOf" srcId="{2CDDA300-BA4B-4B69-8D7E-36184B744771}" destId="{4565EF05-581E-447C-A20F-660EB6CC3D56}" srcOrd="1" destOrd="0" presId="urn:microsoft.com/office/officeart/2005/8/layout/vProcess5"/>
    <dgm:cxn modelId="{E45B5EBA-1CE8-4313-A108-06C32BF44795}" type="presOf" srcId="{BDF7F2F5-7A54-4421-9F3D-E3BA6C18BAEA}" destId="{D78FBBBB-526C-4CE8-A951-712143478AAB}" srcOrd="0" destOrd="0" presId="urn:microsoft.com/office/officeart/2005/8/layout/vProcess5"/>
    <dgm:cxn modelId="{876F87D7-CC97-482F-A364-253DCB5DA7C0}" type="presOf" srcId="{2CDDA300-BA4B-4B69-8D7E-36184B744771}" destId="{9AD19F72-249C-465C-8F21-E06B1A761633}" srcOrd="0" destOrd="0" presId="urn:microsoft.com/office/officeart/2005/8/layout/vProcess5"/>
    <dgm:cxn modelId="{F343D4E1-9FAE-45EC-BA74-37512F10B849}" srcId="{874B60E3-F34F-460A-A1BC-CB60811E6FDC}" destId="{D2FE6054-C598-468B-86E3-D50D6D8D08C6}" srcOrd="2" destOrd="0" parTransId="{723EA8AA-5D35-49E2-8F09-A01B838D0B2A}" sibTransId="{BDF7F2F5-7A54-4421-9F3D-E3BA6C18BAEA}"/>
    <dgm:cxn modelId="{DD87C2E7-F959-4A2C-B3F0-1DCAD9878520}" type="presOf" srcId="{CD89558E-2AF2-42A7-9486-76DF1CDE70CB}" destId="{530BF117-3147-46B0-85CC-B574F924FD17}" srcOrd="0" destOrd="0" presId="urn:microsoft.com/office/officeart/2005/8/layout/vProcess5"/>
    <dgm:cxn modelId="{9C16ADE8-4662-4B33-B7F0-C8AF357FC151}" srcId="{874B60E3-F34F-460A-A1BC-CB60811E6FDC}" destId="{CD89558E-2AF2-42A7-9486-76DF1CDE70CB}" srcOrd="4" destOrd="0" parTransId="{6A70040E-46BD-437F-BC1A-528E7CEDCDC0}" sibTransId="{260152B4-C8CE-448F-A1EC-09A33ADAB044}"/>
    <dgm:cxn modelId="{DFE74AFC-6128-4DAC-B97B-832D0D9CB3DF}" type="presOf" srcId="{FFBCCB67-75EE-4473-8D66-2E3EDE43936A}" destId="{F9D02AE8-DB6C-4110-B909-1B3406BE6431}" srcOrd="0" destOrd="0" presId="urn:microsoft.com/office/officeart/2005/8/layout/vProcess5"/>
    <dgm:cxn modelId="{61E5F59F-CE94-4EFA-9511-EB89D664BBFE}" type="presParOf" srcId="{F6F0D3E2-7D1C-4825-849E-6DF725051014}" destId="{AE09D235-6AAA-4000-9898-D93DB94FCE8D}" srcOrd="0" destOrd="0" presId="urn:microsoft.com/office/officeart/2005/8/layout/vProcess5"/>
    <dgm:cxn modelId="{C766278E-D99E-4208-9DF7-207AF65883E5}" type="presParOf" srcId="{F6F0D3E2-7D1C-4825-849E-6DF725051014}" destId="{6FB28EBE-DF0F-41C4-B670-81E565244285}" srcOrd="1" destOrd="0" presId="urn:microsoft.com/office/officeart/2005/8/layout/vProcess5"/>
    <dgm:cxn modelId="{03B9555D-07E5-47E2-B488-3824B49AFA09}" type="presParOf" srcId="{F6F0D3E2-7D1C-4825-849E-6DF725051014}" destId="{DE663051-01C3-40F3-9F12-8CAC8B3995A5}" srcOrd="2" destOrd="0" presId="urn:microsoft.com/office/officeart/2005/8/layout/vProcess5"/>
    <dgm:cxn modelId="{49A4B16A-44F3-4D1E-A6A9-58C1D54E2FA1}" type="presParOf" srcId="{F6F0D3E2-7D1C-4825-849E-6DF725051014}" destId="{D833FA57-7A2C-45A8-99E3-C801ED8F8E60}" srcOrd="3" destOrd="0" presId="urn:microsoft.com/office/officeart/2005/8/layout/vProcess5"/>
    <dgm:cxn modelId="{EB0ED8BC-7AF0-4C34-8391-8FCF30FB2B2D}" type="presParOf" srcId="{F6F0D3E2-7D1C-4825-849E-6DF725051014}" destId="{9AD19F72-249C-465C-8F21-E06B1A761633}" srcOrd="4" destOrd="0" presId="urn:microsoft.com/office/officeart/2005/8/layout/vProcess5"/>
    <dgm:cxn modelId="{31714411-C260-4E6B-B8DC-4ECA15CC09DC}" type="presParOf" srcId="{F6F0D3E2-7D1C-4825-849E-6DF725051014}" destId="{530BF117-3147-46B0-85CC-B574F924FD17}" srcOrd="5" destOrd="0" presId="urn:microsoft.com/office/officeart/2005/8/layout/vProcess5"/>
    <dgm:cxn modelId="{6B7C48A6-139B-4F90-944E-C95CAA7CCCFF}" type="presParOf" srcId="{F6F0D3E2-7D1C-4825-849E-6DF725051014}" destId="{C3533BF3-0D67-4391-AFE5-999A4AFC97AA}" srcOrd="6" destOrd="0" presId="urn:microsoft.com/office/officeart/2005/8/layout/vProcess5"/>
    <dgm:cxn modelId="{8B94FC85-EFE0-44A0-A65A-40AAE71FC286}" type="presParOf" srcId="{F6F0D3E2-7D1C-4825-849E-6DF725051014}" destId="{42CA2D4D-8EE1-41DF-82D8-7D10EECE55D2}" srcOrd="7" destOrd="0" presId="urn:microsoft.com/office/officeart/2005/8/layout/vProcess5"/>
    <dgm:cxn modelId="{0355B206-15C8-4E65-B465-E994BA45F3A5}" type="presParOf" srcId="{F6F0D3E2-7D1C-4825-849E-6DF725051014}" destId="{D78FBBBB-526C-4CE8-A951-712143478AAB}" srcOrd="8" destOrd="0" presId="urn:microsoft.com/office/officeart/2005/8/layout/vProcess5"/>
    <dgm:cxn modelId="{EFE375DA-26C5-49E0-841E-29ACC1293EB9}" type="presParOf" srcId="{F6F0D3E2-7D1C-4825-849E-6DF725051014}" destId="{F9D02AE8-DB6C-4110-B909-1B3406BE6431}" srcOrd="9" destOrd="0" presId="urn:microsoft.com/office/officeart/2005/8/layout/vProcess5"/>
    <dgm:cxn modelId="{E7BA4464-95A4-4873-877D-B8F63360FDC6}" type="presParOf" srcId="{F6F0D3E2-7D1C-4825-849E-6DF725051014}" destId="{05439F61-FBA4-4F88-AD54-5813932883D7}" srcOrd="10" destOrd="0" presId="urn:microsoft.com/office/officeart/2005/8/layout/vProcess5"/>
    <dgm:cxn modelId="{B0A34332-53F1-4269-B7C4-8D6B0A959400}" type="presParOf" srcId="{F6F0D3E2-7D1C-4825-849E-6DF725051014}" destId="{08CB8DEC-5566-4DF9-BF7D-A75F6871195A}" srcOrd="11" destOrd="0" presId="urn:microsoft.com/office/officeart/2005/8/layout/vProcess5"/>
    <dgm:cxn modelId="{63A7926F-8305-4EBF-B41A-E9AE9AF184B9}" type="presParOf" srcId="{F6F0D3E2-7D1C-4825-849E-6DF725051014}" destId="{17836CAC-17F0-4F37-B42C-F82BAA05B1D5}" srcOrd="12" destOrd="0" presId="urn:microsoft.com/office/officeart/2005/8/layout/vProcess5"/>
    <dgm:cxn modelId="{40A76209-8584-4F45-B535-447373364DE9}" type="presParOf" srcId="{F6F0D3E2-7D1C-4825-849E-6DF725051014}" destId="{4565EF05-581E-447C-A20F-660EB6CC3D56}" srcOrd="13" destOrd="0" presId="urn:microsoft.com/office/officeart/2005/8/layout/vProcess5"/>
    <dgm:cxn modelId="{1EE2B242-B913-47C4-931D-B3FFD448AE93}" type="presParOf" srcId="{F6F0D3E2-7D1C-4825-849E-6DF725051014}" destId="{967697F8-B8F8-475B-9DD9-21C314C80909}"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B28EBE-DF0F-41C4-B670-81E565244285}">
      <dsp:nvSpPr>
        <dsp:cNvPr id="0" name=""/>
        <dsp:cNvSpPr/>
      </dsp:nvSpPr>
      <dsp:spPr>
        <a:xfrm>
          <a:off x="0" y="0"/>
          <a:ext cx="8414428" cy="754704"/>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a:t>Basic Networking</a:t>
          </a:r>
          <a:r>
            <a:rPr lang="en-US" sz="2200" kern="1200"/>
            <a:t> focuses on:</a:t>
          </a:r>
        </a:p>
      </dsp:txBody>
      <dsp:txXfrm>
        <a:off x="22105" y="22105"/>
        <a:ext cx="7511741" cy="710494"/>
      </dsp:txXfrm>
    </dsp:sp>
    <dsp:sp modelId="{DE663051-01C3-40F3-9F12-8CAC8B3995A5}">
      <dsp:nvSpPr>
        <dsp:cNvPr id="0" name=""/>
        <dsp:cNvSpPr/>
      </dsp:nvSpPr>
      <dsp:spPr>
        <a:xfrm>
          <a:off x="628350" y="859525"/>
          <a:ext cx="8414428" cy="754704"/>
        </a:xfrm>
        <a:prstGeom prst="roundRect">
          <a:avLst>
            <a:gd name="adj" fmla="val 10000"/>
          </a:avLst>
        </a:prstGeom>
        <a:solidFill>
          <a:schemeClr val="accent2">
            <a:hueOff val="-209531"/>
            <a:satOff val="-2415"/>
            <a:lumOff val="54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Understanding how data flows in a network</a:t>
          </a:r>
        </a:p>
      </dsp:txBody>
      <dsp:txXfrm>
        <a:off x="650455" y="881630"/>
        <a:ext cx="7251309" cy="710494"/>
      </dsp:txXfrm>
    </dsp:sp>
    <dsp:sp modelId="{D833FA57-7A2C-45A8-99E3-C801ED8F8E60}">
      <dsp:nvSpPr>
        <dsp:cNvPr id="0" name=""/>
        <dsp:cNvSpPr/>
      </dsp:nvSpPr>
      <dsp:spPr>
        <a:xfrm>
          <a:off x="1256700" y="1719050"/>
          <a:ext cx="8414428" cy="754704"/>
        </a:xfrm>
        <a:prstGeom prst="roundRect">
          <a:avLst>
            <a:gd name="adj" fmla="val 10000"/>
          </a:avLst>
        </a:prstGeom>
        <a:solidFill>
          <a:schemeClr val="accent2">
            <a:hueOff val="-419062"/>
            <a:satOff val="-4829"/>
            <a:lumOff val="107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Building small LANs and setting IPs</a:t>
          </a:r>
        </a:p>
      </dsp:txBody>
      <dsp:txXfrm>
        <a:off x="1278805" y="1741155"/>
        <a:ext cx="7251309" cy="710494"/>
      </dsp:txXfrm>
    </dsp:sp>
    <dsp:sp modelId="{9AD19F72-249C-465C-8F21-E06B1A761633}">
      <dsp:nvSpPr>
        <dsp:cNvPr id="0" name=""/>
        <dsp:cNvSpPr/>
      </dsp:nvSpPr>
      <dsp:spPr>
        <a:xfrm>
          <a:off x="1885050" y="2578575"/>
          <a:ext cx="8414428" cy="754704"/>
        </a:xfrm>
        <a:prstGeom prst="roundRect">
          <a:avLst>
            <a:gd name="adj" fmla="val 10000"/>
          </a:avLst>
        </a:prstGeom>
        <a:solidFill>
          <a:schemeClr val="accent2">
            <a:hueOff val="-628592"/>
            <a:satOff val="-7244"/>
            <a:lumOff val="161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dirty="0"/>
            <a:t>Knowing basic configurations of routers/switches</a:t>
          </a:r>
        </a:p>
      </dsp:txBody>
      <dsp:txXfrm>
        <a:off x="1907155" y="2600680"/>
        <a:ext cx="7251309" cy="710494"/>
      </dsp:txXfrm>
    </dsp:sp>
    <dsp:sp modelId="{530BF117-3147-46B0-85CC-B574F924FD17}">
      <dsp:nvSpPr>
        <dsp:cNvPr id="0" name=""/>
        <dsp:cNvSpPr/>
      </dsp:nvSpPr>
      <dsp:spPr>
        <a:xfrm>
          <a:off x="2513400" y="3438100"/>
          <a:ext cx="8414428" cy="754704"/>
        </a:xfrm>
        <a:prstGeom prst="roundRect">
          <a:avLst>
            <a:gd name="adj" fmla="val 10000"/>
          </a:avLst>
        </a:prstGeom>
        <a:solidFill>
          <a:schemeClr val="accent2">
            <a:hueOff val="-838123"/>
            <a:satOff val="-9658"/>
            <a:lumOff val="215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OSI model, subnetting, cabling, and basic troubleshooting</a:t>
          </a:r>
        </a:p>
      </dsp:txBody>
      <dsp:txXfrm>
        <a:off x="2535505" y="3460205"/>
        <a:ext cx="7251309" cy="710494"/>
      </dsp:txXfrm>
    </dsp:sp>
    <dsp:sp modelId="{C3533BF3-0D67-4391-AFE5-999A4AFC97AA}">
      <dsp:nvSpPr>
        <dsp:cNvPr id="0" name=""/>
        <dsp:cNvSpPr/>
      </dsp:nvSpPr>
      <dsp:spPr>
        <a:xfrm>
          <a:off x="7923870" y="551353"/>
          <a:ext cx="490558" cy="490558"/>
        </a:xfrm>
        <a:prstGeom prst="downArrow">
          <a:avLst>
            <a:gd name="adj1" fmla="val 55000"/>
            <a:gd name="adj2" fmla="val 45000"/>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8034246" y="551353"/>
        <a:ext cx="269806" cy="369145"/>
      </dsp:txXfrm>
    </dsp:sp>
    <dsp:sp modelId="{42CA2D4D-8EE1-41DF-82D8-7D10EECE55D2}">
      <dsp:nvSpPr>
        <dsp:cNvPr id="0" name=""/>
        <dsp:cNvSpPr/>
      </dsp:nvSpPr>
      <dsp:spPr>
        <a:xfrm>
          <a:off x="8552220" y="1410878"/>
          <a:ext cx="490558" cy="490558"/>
        </a:xfrm>
        <a:prstGeom prst="downArrow">
          <a:avLst>
            <a:gd name="adj1" fmla="val 55000"/>
            <a:gd name="adj2" fmla="val 45000"/>
          </a:avLst>
        </a:prstGeom>
        <a:solidFill>
          <a:schemeClr val="accent2">
            <a:tint val="40000"/>
            <a:alpha val="90000"/>
            <a:hueOff val="-484193"/>
            <a:satOff val="-44"/>
            <a:lumOff val="13"/>
            <a:alphaOff val="0"/>
          </a:schemeClr>
        </a:solidFill>
        <a:ln w="25400" cap="flat" cmpd="sng" algn="ctr">
          <a:solidFill>
            <a:schemeClr val="accent2">
              <a:tint val="40000"/>
              <a:alpha val="90000"/>
              <a:hueOff val="-484193"/>
              <a:satOff val="-44"/>
              <a:lumOff val="1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8662596" y="1410878"/>
        <a:ext cx="269806" cy="369145"/>
      </dsp:txXfrm>
    </dsp:sp>
    <dsp:sp modelId="{D78FBBBB-526C-4CE8-A951-712143478AAB}">
      <dsp:nvSpPr>
        <dsp:cNvPr id="0" name=""/>
        <dsp:cNvSpPr/>
      </dsp:nvSpPr>
      <dsp:spPr>
        <a:xfrm>
          <a:off x="9180570" y="2257825"/>
          <a:ext cx="490558" cy="490558"/>
        </a:xfrm>
        <a:prstGeom prst="downArrow">
          <a:avLst>
            <a:gd name="adj1" fmla="val 55000"/>
            <a:gd name="adj2" fmla="val 45000"/>
          </a:avLst>
        </a:prstGeom>
        <a:solidFill>
          <a:schemeClr val="accent2">
            <a:tint val="40000"/>
            <a:alpha val="90000"/>
            <a:hueOff val="-968386"/>
            <a:satOff val="-89"/>
            <a:lumOff val="26"/>
            <a:alphaOff val="0"/>
          </a:schemeClr>
        </a:solidFill>
        <a:ln w="25400" cap="flat" cmpd="sng" algn="ctr">
          <a:solidFill>
            <a:schemeClr val="accent2">
              <a:tint val="40000"/>
              <a:alpha val="90000"/>
              <a:hueOff val="-968386"/>
              <a:satOff val="-89"/>
              <a:lumOff val="2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9290946" y="2257825"/>
        <a:ext cx="269806" cy="369145"/>
      </dsp:txXfrm>
    </dsp:sp>
    <dsp:sp modelId="{F9D02AE8-DB6C-4110-B909-1B3406BE6431}">
      <dsp:nvSpPr>
        <dsp:cNvPr id="0" name=""/>
        <dsp:cNvSpPr/>
      </dsp:nvSpPr>
      <dsp:spPr>
        <a:xfrm>
          <a:off x="9808920" y="3125736"/>
          <a:ext cx="490558" cy="490558"/>
        </a:xfrm>
        <a:prstGeom prst="downArrow">
          <a:avLst>
            <a:gd name="adj1" fmla="val 55000"/>
            <a:gd name="adj2" fmla="val 45000"/>
          </a:avLst>
        </a:prstGeom>
        <a:solidFill>
          <a:schemeClr val="accent2">
            <a:tint val="40000"/>
            <a:alpha val="90000"/>
            <a:hueOff val="-1452578"/>
            <a:satOff val="-133"/>
            <a:lumOff val="39"/>
            <a:alphaOff val="0"/>
          </a:schemeClr>
        </a:solidFill>
        <a:ln w="25400" cap="flat" cmpd="sng" algn="ctr">
          <a:solidFill>
            <a:schemeClr val="accent2">
              <a:tint val="40000"/>
              <a:alpha val="90000"/>
              <a:hueOff val="-1452578"/>
              <a:satOff val="-133"/>
              <a:lumOff val="39"/>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9919296" y="3125736"/>
        <a:ext cx="269806" cy="369145"/>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0B9964-7AB5-49A3-A8AD-D9257164E740}" type="datetimeFigureOut">
              <a:rPr lang="en-US" smtClean="0"/>
              <a:t>8/29/2025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37A52D-B9B8-426D-98C9-248F3AE2763B}"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panose="020B0604020202020204" pitchFamily="34" charset="0"/>
              </a:defRPr>
            </a:lvl1pPr>
            <a:lvl2pPr marL="742950" indent="-285750" defTabSz="882650">
              <a:defRPr sz="2400">
                <a:solidFill>
                  <a:schemeClr val="tx1"/>
                </a:solidFill>
                <a:latin typeface="Arial" panose="020B0604020202020204" pitchFamily="34" charset="0"/>
              </a:defRPr>
            </a:lvl2pPr>
            <a:lvl3pPr marL="1143000" indent="-228600" defTabSz="882650">
              <a:defRPr sz="2400">
                <a:solidFill>
                  <a:schemeClr val="tx1"/>
                </a:solidFill>
                <a:latin typeface="Arial" panose="020B0604020202020204" pitchFamily="34" charset="0"/>
              </a:defRPr>
            </a:lvl3pPr>
            <a:lvl4pPr marL="1600200" indent="-228600" defTabSz="882650">
              <a:defRPr sz="2400">
                <a:solidFill>
                  <a:schemeClr val="tx1"/>
                </a:solidFill>
                <a:latin typeface="Arial" panose="020B0604020202020204" pitchFamily="34" charset="0"/>
              </a:defRPr>
            </a:lvl4pPr>
            <a:lvl5pPr marL="2057400" indent="-228600" defTabSz="882650">
              <a:defRPr sz="2400">
                <a:solidFill>
                  <a:schemeClr val="tx1"/>
                </a:solidFill>
                <a:latin typeface="Arial" panose="020B0604020202020204" pitchFamily="34"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9pPr>
          </a:lstStyle>
          <a:p>
            <a:fld id="{04267211-205D-47E8-9F29-7E4C01D43DC3}" type="slidenum">
              <a:rPr lang="en-US" altLang="en-US" sz="800" smtClean="0">
                <a:solidFill>
                  <a:prstClr val="black"/>
                </a:solidFill>
              </a:rPr>
              <a:t>7</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p:sp>
      <p:sp>
        <p:nvSpPr>
          <p:cNvPr id="1126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3.2 – Protocols</a:t>
            </a:r>
            <a:endParaRPr lang="en-GB" b="0" dirty="0"/>
          </a:p>
          <a:p>
            <a:pPr>
              <a:lnSpc>
                <a:spcPct val="80000"/>
              </a:lnSpc>
              <a:buFontTx/>
              <a:buNone/>
            </a:pPr>
            <a:r>
              <a:rPr lang="en-US" sz="1200" kern="1200" dirty="0">
                <a:solidFill>
                  <a:schemeClr val="tx1"/>
                </a:solidFill>
                <a:latin typeface="Arial" panose="020B0604020202020204" pitchFamily="34" charset="0"/>
                <a:ea typeface="MS PGothic" panose="020B0600070205080204" charset="-128"/>
                <a:cs typeface="MS PGothic" panose="020B0600070205080204" charset="-128"/>
              </a:rPr>
              <a:t>3.2.1 – </a:t>
            </a:r>
            <a:r>
              <a:rPr lang="en-US" altLang="en-US" dirty="0"/>
              <a:t>Network Protocol Overview</a:t>
            </a:r>
            <a:endParaRPr lang="en-US" sz="1200" kern="1200" dirty="0">
              <a:solidFill>
                <a:schemeClr val="tx1"/>
              </a:solidFill>
              <a:latin typeface="Arial" panose="020B0604020202020204" pitchFamily="34" charset="0"/>
              <a:ea typeface="MS PGothic" panose="020B0600070205080204" charset="-128"/>
              <a:cs typeface="MS PGothic" panose="020B060007020508020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panose="020B0604020202020204" pitchFamily="34" charset="0"/>
              </a:defRPr>
            </a:lvl1pPr>
            <a:lvl2pPr marL="742950" indent="-285750" defTabSz="882650">
              <a:defRPr sz="2400">
                <a:solidFill>
                  <a:schemeClr val="tx1"/>
                </a:solidFill>
                <a:latin typeface="Arial" panose="020B0604020202020204" pitchFamily="34" charset="0"/>
              </a:defRPr>
            </a:lvl2pPr>
            <a:lvl3pPr marL="1143000" indent="-228600" defTabSz="882650">
              <a:defRPr sz="2400">
                <a:solidFill>
                  <a:schemeClr val="tx1"/>
                </a:solidFill>
                <a:latin typeface="Arial" panose="020B0604020202020204" pitchFamily="34" charset="0"/>
              </a:defRPr>
            </a:lvl3pPr>
            <a:lvl4pPr marL="1600200" indent="-228600" defTabSz="882650">
              <a:defRPr sz="2400">
                <a:solidFill>
                  <a:schemeClr val="tx1"/>
                </a:solidFill>
                <a:latin typeface="Arial" panose="020B0604020202020204" pitchFamily="34" charset="0"/>
              </a:defRPr>
            </a:lvl4pPr>
            <a:lvl5pPr marL="2057400" indent="-228600" defTabSz="882650">
              <a:defRPr sz="2400">
                <a:solidFill>
                  <a:schemeClr val="tx1"/>
                </a:solidFill>
                <a:latin typeface="Arial" panose="020B0604020202020204" pitchFamily="34"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9pPr>
          </a:lstStyle>
          <a:p>
            <a:fld id="{04267211-205D-47E8-9F29-7E4C01D43DC3}" type="slidenum">
              <a:rPr lang="en-US" altLang="en-US" sz="800" smtClean="0">
                <a:solidFill>
                  <a:prstClr val="black"/>
                </a:solidFill>
              </a:rPr>
              <a:t>8</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p:sp>
      <p:sp>
        <p:nvSpPr>
          <p:cNvPr id="1126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3.2 – Protocols</a:t>
            </a:r>
            <a:endParaRPr lang="en-GB" b="0" dirty="0"/>
          </a:p>
          <a:p>
            <a:pPr>
              <a:lnSpc>
                <a:spcPct val="80000"/>
              </a:lnSpc>
              <a:buFontTx/>
              <a:buNone/>
            </a:pPr>
            <a:r>
              <a:rPr lang="en-US" sz="1200" kern="1200" dirty="0">
                <a:solidFill>
                  <a:schemeClr val="tx1"/>
                </a:solidFill>
                <a:latin typeface="Arial" panose="020B0604020202020204" pitchFamily="34" charset="0"/>
                <a:ea typeface="MS PGothic" panose="020B0600070205080204" charset="-128"/>
                <a:cs typeface="MS PGothic" panose="020B0600070205080204" charset="-128"/>
              </a:rPr>
              <a:t>3.2.2</a:t>
            </a:r>
            <a:r>
              <a:rPr lang="en-US" sz="1200" kern="1200" baseline="0" dirty="0">
                <a:solidFill>
                  <a:schemeClr val="tx1"/>
                </a:solidFill>
                <a:latin typeface="Arial" panose="020B0604020202020204" pitchFamily="34" charset="0"/>
                <a:ea typeface="MS PGothic" panose="020B0600070205080204" charset="-128"/>
                <a:cs typeface="MS PGothic" panose="020B0600070205080204" charset="-128"/>
              </a:rPr>
              <a:t> </a:t>
            </a:r>
            <a:r>
              <a:rPr lang="en-US" sz="1200" kern="1200" dirty="0">
                <a:solidFill>
                  <a:schemeClr val="tx1"/>
                </a:solidFill>
                <a:latin typeface="Arial" panose="020B0604020202020204" pitchFamily="34" charset="0"/>
                <a:ea typeface="MS PGothic" panose="020B0600070205080204" charset="-128"/>
                <a:cs typeface="MS PGothic" panose="020B0600070205080204" charset="-128"/>
              </a:rPr>
              <a:t>– </a:t>
            </a:r>
            <a:r>
              <a:rPr lang="en-US" altLang="en-US" dirty="0"/>
              <a:t>Network Protocol Functions</a:t>
            </a:r>
            <a:endParaRPr lang="en-US" sz="1200" kern="1200" dirty="0">
              <a:solidFill>
                <a:schemeClr val="tx1"/>
              </a:solidFill>
              <a:latin typeface="Arial" panose="020B0604020202020204" pitchFamily="34" charset="0"/>
              <a:ea typeface="MS PGothic" panose="020B0600070205080204" charset="-128"/>
              <a:cs typeface="MS PGothic" panose="020B060007020508020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panose="020B0604020202020204" pitchFamily="34" charset="0"/>
              </a:defRPr>
            </a:lvl1pPr>
            <a:lvl2pPr marL="742950" indent="-285750" defTabSz="882650">
              <a:defRPr sz="2400">
                <a:solidFill>
                  <a:schemeClr val="tx1"/>
                </a:solidFill>
                <a:latin typeface="Arial" panose="020B0604020202020204" pitchFamily="34" charset="0"/>
              </a:defRPr>
            </a:lvl2pPr>
            <a:lvl3pPr marL="1143000" indent="-228600" defTabSz="882650">
              <a:defRPr sz="2400">
                <a:solidFill>
                  <a:schemeClr val="tx1"/>
                </a:solidFill>
                <a:latin typeface="Arial" panose="020B0604020202020204" pitchFamily="34" charset="0"/>
              </a:defRPr>
            </a:lvl3pPr>
            <a:lvl4pPr marL="1600200" indent="-228600" defTabSz="882650">
              <a:defRPr sz="2400">
                <a:solidFill>
                  <a:schemeClr val="tx1"/>
                </a:solidFill>
                <a:latin typeface="Arial" panose="020B0604020202020204" pitchFamily="34" charset="0"/>
              </a:defRPr>
            </a:lvl4pPr>
            <a:lvl5pPr marL="2057400" indent="-228600" defTabSz="882650">
              <a:defRPr sz="2400">
                <a:solidFill>
                  <a:schemeClr val="tx1"/>
                </a:solidFill>
                <a:latin typeface="Arial" panose="020B0604020202020204" pitchFamily="34"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9pPr>
          </a:lstStyle>
          <a:p>
            <a:fld id="{04267211-205D-47E8-9F29-7E4C01D43DC3}" type="slidenum">
              <a:rPr lang="en-US" altLang="en-US" sz="800" smtClean="0">
                <a:solidFill>
                  <a:prstClr val="black"/>
                </a:solidFill>
              </a:rPr>
              <a:t>9</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p:sp>
      <p:sp>
        <p:nvSpPr>
          <p:cNvPr id="1126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3.2 – Protocols</a:t>
            </a:r>
            <a:endParaRPr lang="en-GB" b="0" dirty="0"/>
          </a:p>
          <a:p>
            <a:pPr>
              <a:lnSpc>
                <a:spcPct val="80000"/>
              </a:lnSpc>
              <a:buFontTx/>
              <a:buNone/>
            </a:pPr>
            <a:r>
              <a:rPr lang="en-US" sz="1200" kern="1200" dirty="0">
                <a:solidFill>
                  <a:schemeClr val="tx1"/>
                </a:solidFill>
                <a:latin typeface="Arial" panose="020B0604020202020204" pitchFamily="34" charset="0"/>
                <a:ea typeface="MS PGothic" panose="020B0600070205080204" charset="-128"/>
                <a:cs typeface="MS PGothic" panose="020B0600070205080204" charset="-128"/>
              </a:rPr>
              <a:t>3.2.3</a:t>
            </a:r>
            <a:r>
              <a:rPr lang="en-US" sz="1200" kern="1200" baseline="0" dirty="0">
                <a:solidFill>
                  <a:schemeClr val="tx1"/>
                </a:solidFill>
                <a:latin typeface="Arial" panose="020B0604020202020204" pitchFamily="34" charset="0"/>
                <a:ea typeface="MS PGothic" panose="020B0600070205080204" charset="-128"/>
                <a:cs typeface="MS PGothic" panose="020B0600070205080204" charset="-128"/>
              </a:rPr>
              <a:t> </a:t>
            </a:r>
            <a:r>
              <a:rPr lang="en-US" sz="1200" kern="1200" dirty="0">
                <a:solidFill>
                  <a:schemeClr val="tx1"/>
                </a:solidFill>
                <a:latin typeface="Arial" panose="020B0604020202020204" pitchFamily="34" charset="0"/>
                <a:ea typeface="MS PGothic" panose="020B0600070205080204" charset="-128"/>
                <a:cs typeface="MS PGothic" panose="020B0600070205080204" charset="-128"/>
              </a:rPr>
              <a:t>– </a:t>
            </a:r>
            <a:r>
              <a:rPr lang="en-US" altLang="en-US" dirty="0"/>
              <a:t>Protocol Interaction</a:t>
            </a:r>
          </a:p>
          <a:p>
            <a:pPr marL="0" marR="0" lvl="0" indent="0" algn="l" defTabSz="457200" rtl="0" eaLnBrk="1" fontAlgn="auto" latinLnBrk="0" hangingPunct="1">
              <a:lnSpc>
                <a:spcPct val="80000"/>
              </a:lnSpc>
              <a:spcBef>
                <a:spcPts val="0"/>
              </a:spcBef>
              <a:spcAft>
                <a:spcPts val="0"/>
              </a:spcAft>
              <a:buClrTx/>
              <a:buSzTx/>
              <a:buFontTx/>
              <a:buNone/>
              <a:defRPr/>
            </a:pPr>
            <a:r>
              <a:rPr lang="en-US" sz="1200" kern="1200" dirty="0">
                <a:solidFill>
                  <a:schemeClr val="tx1"/>
                </a:solidFill>
                <a:latin typeface="Arial" panose="020B0604020202020204" pitchFamily="34" charset="0"/>
                <a:ea typeface="MS PGothic" panose="020B0600070205080204" charset="-128"/>
                <a:cs typeface="MS PGothic" panose="020B0600070205080204" charset="-128"/>
              </a:rPr>
              <a:t>3.2.4</a:t>
            </a:r>
            <a:r>
              <a:rPr lang="en-US" sz="1200" kern="1200" baseline="0" dirty="0">
                <a:solidFill>
                  <a:schemeClr val="tx1"/>
                </a:solidFill>
                <a:latin typeface="Arial" panose="020B0604020202020204" pitchFamily="34" charset="0"/>
                <a:ea typeface="MS PGothic" panose="020B0600070205080204" charset="-128"/>
                <a:cs typeface="MS PGothic" panose="020B0600070205080204" charset="-128"/>
              </a:rPr>
              <a:t> </a:t>
            </a:r>
            <a:r>
              <a:rPr lang="en-US" sz="1200" dirty="0">
                <a:effectLst/>
              </a:rPr>
              <a:t>– Check Your Understanding - </a:t>
            </a:r>
            <a:r>
              <a:rPr lang="en-US" sz="1200" b="0" dirty="0"/>
              <a:t>Protocols</a:t>
            </a:r>
            <a:r>
              <a:rPr lang="en-US" sz="1200" b="0" baseline="0" dirty="0"/>
              <a:t> </a:t>
            </a:r>
            <a:endParaRPr lang="en-US" dirty="0"/>
          </a:p>
          <a:p>
            <a:pPr>
              <a:lnSpc>
                <a:spcPct val="80000"/>
              </a:lnSpc>
              <a:buFontTx/>
              <a:buNone/>
            </a:pPr>
            <a:endParaRPr lang="en-US" sz="1200" kern="1200" dirty="0">
              <a:solidFill>
                <a:schemeClr val="tx1"/>
              </a:solidFill>
              <a:latin typeface="Arial" panose="020B0604020202020204" pitchFamily="34" charset="0"/>
              <a:ea typeface="MS PGothic" panose="020B0600070205080204" charset="-128"/>
              <a:cs typeface="MS PGothic" panose="020B0600070205080204"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3.3 – Protocol</a:t>
            </a:r>
            <a:r>
              <a:rPr lang="en-US" sz="1200" b="0" baseline="0" dirty="0"/>
              <a:t> Suites</a:t>
            </a:r>
            <a:endParaRPr lang="en-GB" b="0" dirty="0"/>
          </a:p>
          <a:p>
            <a:pPr>
              <a:lnSpc>
                <a:spcPct val="80000"/>
              </a:lnSpc>
              <a:buFontTx/>
              <a:buNone/>
            </a:pPr>
            <a:r>
              <a:rPr lang="en-US" sz="1200" kern="1200" dirty="0">
                <a:solidFill>
                  <a:schemeClr val="tx1"/>
                </a:solidFill>
                <a:latin typeface="Arial" panose="020B0604020202020204" pitchFamily="34" charset="0"/>
                <a:ea typeface="MS PGothic" panose="020B0600070205080204" charset="-128"/>
                <a:cs typeface="MS PGothic" panose="020B0600070205080204" charset="-128"/>
              </a:rPr>
              <a:t>3.3.1</a:t>
            </a:r>
            <a:r>
              <a:rPr lang="en-US" sz="1200" kern="1200" baseline="0" dirty="0">
                <a:solidFill>
                  <a:schemeClr val="tx1"/>
                </a:solidFill>
                <a:latin typeface="Arial" panose="020B0604020202020204" pitchFamily="34" charset="0"/>
                <a:ea typeface="MS PGothic" panose="020B0600070205080204" charset="-128"/>
                <a:cs typeface="MS PGothic" panose="020B0600070205080204" charset="-128"/>
              </a:rPr>
              <a:t> </a:t>
            </a:r>
            <a:r>
              <a:rPr lang="en-US" sz="1200" kern="1200" dirty="0">
                <a:solidFill>
                  <a:schemeClr val="tx1"/>
                </a:solidFill>
                <a:latin typeface="Arial" panose="020B0604020202020204" pitchFamily="34" charset="0"/>
                <a:ea typeface="MS PGothic" panose="020B0600070205080204" charset="-128"/>
                <a:cs typeface="MS PGothic" panose="020B0600070205080204" charset="-128"/>
              </a:rPr>
              <a:t>– Network Protocol Suites</a:t>
            </a:r>
            <a:endParaRPr lang="en-US" alt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t>10</a:t>
            </a:fld>
            <a:endParaRPr lang="en-US" dirty="0">
              <a:solidFill>
                <a:prstClr val="black"/>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3.5 – Reference Models</a:t>
            </a:r>
            <a:endParaRPr lang="en-GB" b="0" dirty="0"/>
          </a:p>
          <a:p>
            <a:pPr>
              <a:lnSpc>
                <a:spcPct val="80000"/>
              </a:lnSpc>
              <a:buFontTx/>
              <a:buNone/>
            </a:pPr>
            <a:r>
              <a:rPr lang="en-US" dirty="0">
                <a:latin typeface="Arial" panose="020B0604020202020204" pitchFamily="34" charset="0"/>
              </a:rPr>
              <a:t>3.5.1 – </a:t>
            </a:r>
            <a:r>
              <a:rPr lang="en-US" altLang="en-US" dirty="0"/>
              <a:t>The Benefits of Using a Layered Model</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t>14</a:t>
            </a:fld>
            <a:endParaRPr lang="en-US" dirty="0">
              <a:solidFill>
                <a:prstClr val="black"/>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3.5 – Reference Models</a:t>
            </a:r>
            <a:endParaRPr lang="en-GB" b="0" dirty="0"/>
          </a:p>
          <a:p>
            <a:pPr>
              <a:lnSpc>
                <a:spcPct val="80000"/>
              </a:lnSpc>
              <a:buFontTx/>
              <a:buNone/>
            </a:pPr>
            <a:r>
              <a:rPr lang="en-US" dirty="0">
                <a:latin typeface="Arial" panose="020B0604020202020204" pitchFamily="34" charset="0"/>
              </a:rPr>
              <a:t>3.5.3 – </a:t>
            </a:r>
            <a:r>
              <a:rPr lang="en-US" altLang="en-US" sz="1200" dirty="0"/>
              <a:t>The TCP/IP Reference Model</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t>42</a:t>
            </a:fld>
            <a:endParaRPr lang="en-US" dirty="0">
              <a:solidFill>
                <a:prstClr val="black"/>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3.3 – Protocol</a:t>
            </a:r>
            <a:r>
              <a:rPr lang="en-US" sz="1200" b="0" baseline="0" dirty="0"/>
              <a:t> Suites</a:t>
            </a:r>
            <a:endParaRPr lang="en-GB" b="0" dirty="0"/>
          </a:p>
          <a:p>
            <a:pPr>
              <a:lnSpc>
                <a:spcPct val="80000"/>
              </a:lnSpc>
              <a:buFontTx/>
              <a:buNone/>
            </a:pPr>
            <a:r>
              <a:rPr lang="en-US" sz="1200" kern="1200" dirty="0">
                <a:solidFill>
                  <a:schemeClr val="tx1"/>
                </a:solidFill>
                <a:latin typeface="Arial" panose="020B0604020202020204" pitchFamily="34" charset="0"/>
                <a:ea typeface="MS PGothic" panose="020B0600070205080204" charset="-128"/>
                <a:cs typeface="MS PGothic" panose="020B0600070205080204" charset="-128"/>
              </a:rPr>
              <a:t>3.3.4</a:t>
            </a:r>
            <a:r>
              <a:rPr lang="en-US" sz="1200" kern="1200" baseline="0" dirty="0">
                <a:solidFill>
                  <a:schemeClr val="tx1"/>
                </a:solidFill>
                <a:latin typeface="Arial" panose="020B0604020202020204" pitchFamily="34" charset="0"/>
                <a:ea typeface="MS PGothic" panose="020B0600070205080204" charset="-128"/>
                <a:cs typeface="MS PGothic" panose="020B0600070205080204" charset="-128"/>
              </a:rPr>
              <a:t> </a:t>
            </a:r>
            <a:r>
              <a:rPr lang="en-US" sz="1200" kern="1200" dirty="0">
                <a:solidFill>
                  <a:schemeClr val="tx1"/>
                </a:solidFill>
                <a:latin typeface="Arial" panose="020B0604020202020204" pitchFamily="34" charset="0"/>
                <a:ea typeface="MS PGothic" panose="020B0600070205080204" charset="-128"/>
                <a:cs typeface="MS PGothic" panose="020B0600070205080204" charset="-128"/>
              </a:rPr>
              <a:t>– </a:t>
            </a:r>
            <a:r>
              <a:rPr lang="en-US" altLang="en-US" dirty="0"/>
              <a:t>TCP/IP Protocol Suite</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t>43</a:t>
            </a:fld>
            <a:endParaRPr lang="en-US" dirty="0">
              <a:solidFill>
                <a:prstClr val="black"/>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panose="020B0604020202020204" pitchFamily="34" charset="0"/>
              </a:defRPr>
            </a:lvl1pPr>
            <a:lvl2pPr marL="742950" indent="-285750" defTabSz="882650">
              <a:defRPr sz="2400">
                <a:solidFill>
                  <a:schemeClr val="tx1"/>
                </a:solidFill>
                <a:latin typeface="Arial" panose="020B0604020202020204" pitchFamily="34" charset="0"/>
              </a:defRPr>
            </a:lvl2pPr>
            <a:lvl3pPr marL="1143000" indent="-228600" defTabSz="882650">
              <a:defRPr sz="2400">
                <a:solidFill>
                  <a:schemeClr val="tx1"/>
                </a:solidFill>
                <a:latin typeface="Arial" panose="020B0604020202020204" pitchFamily="34" charset="0"/>
              </a:defRPr>
            </a:lvl3pPr>
            <a:lvl4pPr marL="1600200" indent="-228600" defTabSz="882650">
              <a:defRPr sz="2400">
                <a:solidFill>
                  <a:schemeClr val="tx1"/>
                </a:solidFill>
                <a:latin typeface="Arial" panose="020B0604020202020204" pitchFamily="34" charset="0"/>
              </a:defRPr>
            </a:lvl4pPr>
            <a:lvl5pPr marL="2057400" indent="-228600" defTabSz="882650">
              <a:defRPr sz="2400">
                <a:solidFill>
                  <a:schemeClr val="tx1"/>
                </a:solidFill>
                <a:latin typeface="Arial" panose="020B0604020202020204" pitchFamily="34"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9pPr>
          </a:lstStyle>
          <a:p>
            <a:fld id="{04267211-205D-47E8-9F29-7E4C01D43DC3}" type="slidenum">
              <a:rPr lang="en-US" altLang="en-US" sz="800" smtClean="0">
                <a:solidFill>
                  <a:prstClr val="black"/>
                </a:solidFill>
              </a:rPr>
              <a:t>45</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p:sp>
      <p:sp>
        <p:nvSpPr>
          <p:cNvPr id="1126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US" sz="1200" b="0" dirty="0"/>
              <a:t>3 – </a:t>
            </a:r>
            <a:r>
              <a:rPr lang="en-US" sz="1200" dirty="0">
                <a:solidFill>
                  <a:schemeClr val="accent5">
                    <a:lumMod val="40000"/>
                    <a:lumOff val="60000"/>
                  </a:schemeClr>
                </a:solidFill>
              </a:rPr>
              <a:t>Protocols and Models</a:t>
            </a:r>
          </a:p>
          <a:p>
            <a:pPr>
              <a:buFontTx/>
              <a:buNone/>
            </a:pPr>
            <a:r>
              <a:rPr lang="en-US" sz="1200" b="0" dirty="0"/>
              <a:t>3.1 – The Rules</a:t>
            </a:r>
            <a:endParaRPr lang="en-GB" b="0" dirty="0"/>
          </a:p>
          <a:p>
            <a:pPr>
              <a:lnSpc>
                <a:spcPct val="80000"/>
              </a:lnSpc>
              <a:buFontTx/>
              <a:buNone/>
            </a:pPr>
            <a:r>
              <a:rPr lang="en-US" dirty="0">
                <a:latin typeface="Arial" panose="020B0604020202020204" pitchFamily="34" charset="0"/>
              </a:rPr>
              <a:t>3.1.3</a:t>
            </a:r>
            <a:r>
              <a:rPr lang="en-US" baseline="0" dirty="0">
                <a:latin typeface="Arial" panose="020B0604020202020204" pitchFamily="34" charset="0"/>
              </a:rPr>
              <a:t> </a:t>
            </a:r>
            <a:r>
              <a:rPr lang="en-US" sz="1200" b="0" dirty="0"/>
              <a:t>– </a:t>
            </a:r>
            <a:r>
              <a:rPr lang="en-US" altLang="en-US" dirty="0"/>
              <a:t>Communications Protocols</a:t>
            </a:r>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711200" y="1371600"/>
            <a:ext cx="10468864"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7465"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711200" y="3228536"/>
            <a:ext cx="10472928" cy="1752600"/>
          </a:xfrm>
        </p:spPr>
        <p:txBody>
          <a:bodyPr lIns="0" rIns="18288"/>
          <a:lstStyle>
            <a:lvl1pPr marL="0" marR="60960" indent="0" algn="r">
              <a:buNone/>
              <a:defRPr>
                <a:solidFill>
                  <a:schemeClr val="tx1"/>
                </a:solidFill>
              </a:defRPr>
            </a:lvl1pPr>
            <a:lvl2pPr marL="609600" indent="0" algn="ctr">
              <a:buNone/>
            </a:lvl2pPr>
            <a:lvl3pPr marL="1219200" indent="0" algn="ctr">
              <a:buNone/>
            </a:lvl3pPr>
            <a:lvl4pPr marL="1828800" indent="0" algn="ctr">
              <a:buNone/>
            </a:lvl4pPr>
            <a:lvl5pPr marL="2438400" indent="0" algn="ctr">
              <a:buNone/>
            </a:lvl5pPr>
            <a:lvl6pPr marL="3048000" indent="0" algn="ctr">
              <a:buNone/>
            </a:lvl6pPr>
            <a:lvl7pPr marL="3657600" indent="0" algn="ctr">
              <a:buNone/>
            </a:lvl7pPr>
            <a:lvl8pPr marL="4267200" indent="0" algn="ctr">
              <a:buNone/>
            </a:lvl8pPr>
            <a:lvl9pPr marL="48768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pPr defTabSz="609600"/>
            <a:fld id="{443AC920-E074-4009-A1F4-FE25EA20E957}" type="datetime1">
              <a:rPr lang="en-US" smtClean="0">
                <a:solidFill>
                  <a:srgbClr val="DBF5F9">
                    <a:shade val="90000"/>
                  </a:srgbClr>
                </a:solidFill>
              </a:rPr>
              <a:t>8/29/2025</a:t>
            </a:fld>
            <a:endParaRPr lang="en-IN">
              <a:solidFill>
                <a:srgbClr val="DBF5F9">
                  <a:shade val="90000"/>
                </a:srgbClr>
              </a:solidFill>
            </a:endParaRPr>
          </a:p>
        </p:txBody>
      </p:sp>
      <p:sp>
        <p:nvSpPr>
          <p:cNvPr id="19" name="Footer Placeholder 18"/>
          <p:cNvSpPr>
            <a:spLocks noGrp="1"/>
          </p:cNvSpPr>
          <p:nvPr>
            <p:ph type="ftr" sz="quarter" idx="11"/>
          </p:nvPr>
        </p:nvSpPr>
        <p:spPr/>
        <p:txBody>
          <a:bodyPr/>
          <a:lstStyle/>
          <a:p>
            <a:pPr defTabSz="609600"/>
            <a:r>
              <a:rPr lang="en-IN"/>
              <a:t>LABOR FOR THE FUTURE</a:t>
            </a:r>
          </a:p>
        </p:txBody>
      </p:sp>
      <p:sp>
        <p:nvSpPr>
          <p:cNvPr id="27" name="Slide Number Placeholder 26"/>
          <p:cNvSpPr>
            <a:spLocks noGrp="1"/>
          </p:cNvSpPr>
          <p:nvPr>
            <p:ph type="sldNum" sz="quarter" idx="12"/>
          </p:nvPr>
        </p:nvSpPr>
        <p:spPr/>
        <p:txBody>
          <a:bodyPr/>
          <a:lstStyle/>
          <a:p>
            <a:pPr defTabSz="609600"/>
            <a:fld id="{9E224A48-D563-475F-90A0-E252177D5923}" type="slidenum">
              <a:rPr lang="en-IN" smtClean="0">
                <a:solidFill>
                  <a:srgbClr val="DBF5F9">
                    <a:shade val="90000"/>
                  </a:srgbClr>
                </a:solidFill>
              </a:rPr>
              <a:t>‹#›</a:t>
            </a:fld>
            <a:endParaRPr lang="en-IN">
              <a:solidFill>
                <a:srgbClr val="DBF5F9">
                  <a:shade val="90000"/>
                </a:srgbClr>
              </a:solidFill>
            </a:endParaRPr>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defTabSz="609600"/>
            <a:fld id="{22787D6F-A480-4ED7-9FFB-3FD4B659DD5E}" type="datetime1">
              <a:rPr lang="en-US" smtClean="0">
                <a:solidFill>
                  <a:srgbClr val="04617B">
                    <a:shade val="90000"/>
                  </a:srgbClr>
                </a:solidFill>
              </a:rPr>
              <a:t>8/29/2025</a:t>
            </a:fld>
            <a:endParaRPr lang="en-IN">
              <a:solidFill>
                <a:srgbClr val="04617B">
                  <a:shade val="90000"/>
                </a:srgbClr>
              </a:solidFill>
            </a:endParaRPr>
          </a:p>
        </p:txBody>
      </p:sp>
      <p:sp>
        <p:nvSpPr>
          <p:cNvPr id="5" name="Footer Placeholder 4"/>
          <p:cNvSpPr>
            <a:spLocks noGrp="1"/>
          </p:cNvSpPr>
          <p:nvPr>
            <p:ph type="ftr" sz="quarter" idx="11"/>
          </p:nvPr>
        </p:nvSpPr>
        <p:spPr/>
        <p:txBody>
          <a:bodyPr/>
          <a:lstStyle/>
          <a:p>
            <a:pPr defTabSz="609600"/>
            <a:r>
              <a:rPr lang="en-IN"/>
              <a:t>LABOR FOR THE FUTURE</a:t>
            </a:r>
          </a:p>
        </p:txBody>
      </p:sp>
      <p:sp>
        <p:nvSpPr>
          <p:cNvPr id="6" name="Slide Number Placeholder 5"/>
          <p:cNvSpPr>
            <a:spLocks noGrp="1"/>
          </p:cNvSpPr>
          <p:nvPr>
            <p:ph type="sldNum" sz="quarter" idx="12"/>
          </p:nvPr>
        </p:nvSpPr>
        <p:spPr/>
        <p:txBody>
          <a:bodyPr/>
          <a:lstStyle/>
          <a:p>
            <a:pPr defTabSz="609600"/>
            <a:fld id="{9E224A48-D563-475F-90A0-E252177D5923}" type="slidenum">
              <a:rPr lang="en-IN" smtClean="0">
                <a:solidFill>
                  <a:srgbClr val="04617B">
                    <a:shade val="90000"/>
                  </a:srgbClr>
                </a:solidFill>
              </a:rPr>
              <a:t>‹#›</a:t>
            </a:fld>
            <a:endParaRPr lang="en-IN">
              <a:solidFill>
                <a:srgbClr val="04617B">
                  <a:shade val="90000"/>
                </a:srgbClr>
              </a:solidFil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07136" y="1316736"/>
            <a:ext cx="103632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7465"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707136" y="2704664"/>
            <a:ext cx="10363200" cy="1509712"/>
          </a:xfrm>
        </p:spPr>
        <p:txBody>
          <a:bodyPr lIns="45720" rIns="45720" anchor="t"/>
          <a:lstStyle>
            <a:lvl1pPr marL="0" indent="0">
              <a:buNone/>
              <a:defRPr sz="2935">
                <a:solidFill>
                  <a:schemeClr val="tx1"/>
                </a:solidFill>
              </a:defRPr>
            </a:lvl1pPr>
            <a:lvl2pPr>
              <a:buNone/>
              <a:defRPr sz="2400">
                <a:solidFill>
                  <a:schemeClr val="tx1">
                    <a:tint val="75000"/>
                  </a:schemeClr>
                </a:solidFill>
              </a:defRPr>
            </a:lvl2pPr>
            <a:lvl3pPr>
              <a:buNone/>
              <a:defRPr sz="2135">
                <a:solidFill>
                  <a:schemeClr val="tx1">
                    <a:tint val="75000"/>
                  </a:schemeClr>
                </a:solidFill>
              </a:defRPr>
            </a:lvl3pPr>
            <a:lvl4pPr>
              <a:buNone/>
              <a:defRPr sz="1865">
                <a:solidFill>
                  <a:schemeClr val="tx1">
                    <a:tint val="75000"/>
                  </a:schemeClr>
                </a:solidFill>
              </a:defRPr>
            </a:lvl4pPr>
            <a:lvl5pPr>
              <a:buNone/>
              <a:defRPr sz="1865">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pPr defTabSz="609600"/>
            <a:fld id="{907449E6-859F-4191-98FD-AFBF6EA6A811}" type="datetime1">
              <a:rPr lang="en-US" smtClean="0">
                <a:solidFill>
                  <a:srgbClr val="DBF5F9">
                    <a:shade val="90000"/>
                  </a:srgbClr>
                </a:solidFill>
              </a:rPr>
              <a:t>8/29/2025</a:t>
            </a:fld>
            <a:endParaRPr lang="en-IN">
              <a:solidFill>
                <a:srgbClr val="DBF5F9">
                  <a:shade val="90000"/>
                </a:srgbClr>
              </a:solidFill>
            </a:endParaRPr>
          </a:p>
        </p:txBody>
      </p:sp>
      <p:sp>
        <p:nvSpPr>
          <p:cNvPr id="5" name="Footer Placeholder 4"/>
          <p:cNvSpPr>
            <a:spLocks noGrp="1"/>
          </p:cNvSpPr>
          <p:nvPr>
            <p:ph type="ftr" sz="quarter" idx="11"/>
          </p:nvPr>
        </p:nvSpPr>
        <p:spPr/>
        <p:txBody>
          <a:bodyPr/>
          <a:lstStyle/>
          <a:p>
            <a:pPr defTabSz="609600"/>
            <a:r>
              <a:rPr lang="en-IN"/>
              <a:t>LABOR FOR THE FUTURE</a:t>
            </a:r>
            <a:endParaRPr lang="en-IN" dirty="0"/>
          </a:p>
        </p:txBody>
      </p:sp>
      <p:sp>
        <p:nvSpPr>
          <p:cNvPr id="6" name="Slide Number Placeholder 5"/>
          <p:cNvSpPr>
            <a:spLocks noGrp="1"/>
          </p:cNvSpPr>
          <p:nvPr>
            <p:ph type="sldNum" sz="quarter" idx="12"/>
          </p:nvPr>
        </p:nvSpPr>
        <p:spPr/>
        <p:txBody>
          <a:bodyPr/>
          <a:lstStyle/>
          <a:p>
            <a:pPr defTabSz="609600"/>
            <a:fld id="{9E224A48-D563-475F-90A0-E252177D5923}" type="slidenum">
              <a:rPr lang="en-IN" smtClean="0">
                <a:solidFill>
                  <a:srgbClr val="DBF5F9">
                    <a:shade val="90000"/>
                  </a:srgbClr>
                </a:solidFill>
              </a:rPr>
              <a:t>‹#›</a:t>
            </a:fld>
            <a:endParaRPr lang="en-IN">
              <a:solidFill>
                <a:srgbClr val="DBF5F9">
                  <a:shade val="90000"/>
                </a:srgbClr>
              </a:solidFill>
            </a:endParaRPr>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143000"/>
          </a:xfrm>
        </p:spPr>
        <p:txBody>
          <a:bodyPr/>
          <a:lstStyle/>
          <a:p>
            <a:r>
              <a:rPr kumimoji="0" lang="en-US"/>
              <a:t>Click to edit Master title style</a:t>
            </a:r>
          </a:p>
        </p:txBody>
      </p:sp>
      <p:sp>
        <p:nvSpPr>
          <p:cNvPr id="3" name="Content Placeholder 2"/>
          <p:cNvSpPr>
            <a:spLocks noGrp="1"/>
          </p:cNvSpPr>
          <p:nvPr>
            <p:ph sz="half" idx="1"/>
          </p:nvPr>
        </p:nvSpPr>
        <p:spPr>
          <a:xfrm>
            <a:off x="609600" y="1920085"/>
            <a:ext cx="5384800" cy="4434840"/>
          </a:xfrm>
        </p:spPr>
        <p:txBody>
          <a:bodyPr/>
          <a:lstStyle>
            <a:lvl1pPr>
              <a:defRPr sz="3465"/>
            </a:lvl1pPr>
            <a:lvl2pPr>
              <a:defRPr sz="3200"/>
            </a:lvl2pPr>
            <a:lvl3pPr>
              <a:defRPr sz="2665"/>
            </a:lvl3pPr>
            <a:lvl4pPr>
              <a:defRPr sz="2400"/>
            </a:lvl4pPr>
            <a:lvl5pPr>
              <a:defRPr sz="24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6197600" y="1920085"/>
            <a:ext cx="5384800" cy="4434840"/>
          </a:xfrm>
        </p:spPr>
        <p:txBody>
          <a:bodyPr/>
          <a:lstStyle>
            <a:lvl1pPr>
              <a:defRPr sz="3465"/>
            </a:lvl1pPr>
            <a:lvl2pPr>
              <a:defRPr sz="3200"/>
            </a:lvl2pPr>
            <a:lvl3pPr>
              <a:defRPr sz="2665"/>
            </a:lvl3pPr>
            <a:lvl4pPr>
              <a:defRPr sz="2400"/>
            </a:lvl4pPr>
            <a:lvl5pPr>
              <a:defRPr sz="24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pPr defTabSz="609600"/>
            <a:fld id="{B67062A2-00AB-4222-9147-3268455B08A0}" type="datetime1">
              <a:rPr lang="en-US" smtClean="0">
                <a:solidFill>
                  <a:srgbClr val="04617B">
                    <a:shade val="90000"/>
                  </a:srgbClr>
                </a:solidFill>
              </a:rPr>
              <a:t>8/29/2025</a:t>
            </a:fld>
            <a:endParaRPr lang="en-IN">
              <a:solidFill>
                <a:srgbClr val="04617B">
                  <a:shade val="90000"/>
                </a:srgbClr>
              </a:solidFill>
            </a:endParaRPr>
          </a:p>
        </p:txBody>
      </p:sp>
      <p:sp>
        <p:nvSpPr>
          <p:cNvPr id="6" name="Footer Placeholder 5"/>
          <p:cNvSpPr>
            <a:spLocks noGrp="1"/>
          </p:cNvSpPr>
          <p:nvPr>
            <p:ph type="ftr" sz="quarter" idx="11"/>
          </p:nvPr>
        </p:nvSpPr>
        <p:spPr/>
        <p:txBody>
          <a:bodyPr/>
          <a:lstStyle/>
          <a:p>
            <a:pPr defTabSz="609600"/>
            <a:r>
              <a:rPr lang="en-IN"/>
              <a:t>LABOR FOR THE FUTURE</a:t>
            </a:r>
          </a:p>
        </p:txBody>
      </p:sp>
      <p:sp>
        <p:nvSpPr>
          <p:cNvPr id="7" name="Slide Number Placeholder 6"/>
          <p:cNvSpPr>
            <a:spLocks noGrp="1"/>
          </p:cNvSpPr>
          <p:nvPr>
            <p:ph type="sldNum" sz="quarter" idx="12"/>
          </p:nvPr>
        </p:nvSpPr>
        <p:spPr/>
        <p:txBody>
          <a:bodyPr/>
          <a:lstStyle/>
          <a:p>
            <a:pPr defTabSz="609600"/>
            <a:fld id="{9E224A48-D563-475F-90A0-E252177D5923}" type="slidenum">
              <a:rPr lang="en-IN" smtClean="0">
                <a:solidFill>
                  <a:srgbClr val="04617B">
                    <a:shade val="90000"/>
                  </a:srgbClr>
                </a:solidFill>
              </a:rPr>
              <a:t>‹#›</a:t>
            </a:fld>
            <a:endParaRPr lang="en-IN">
              <a:solidFill>
                <a:srgbClr val="04617B">
                  <a:shade val="90000"/>
                </a:srgbClr>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609600" y="1855248"/>
            <a:ext cx="5386917" cy="659352"/>
          </a:xfrm>
        </p:spPr>
        <p:txBody>
          <a:bodyPr lIns="45720" tIns="0" rIns="45720" bIns="0" anchor="ctr">
            <a:noAutofit/>
          </a:bodyPr>
          <a:lstStyle>
            <a:lvl1pPr marL="0" indent="0">
              <a:buNone/>
              <a:defRPr sz="3200" b="1" cap="none" baseline="0">
                <a:solidFill>
                  <a:schemeClr val="tx2"/>
                </a:solidFill>
                <a:effectLst/>
              </a:defRPr>
            </a:lvl1pPr>
            <a:lvl2pPr>
              <a:buNone/>
              <a:defRPr sz="2665" b="1"/>
            </a:lvl2pPr>
            <a:lvl3pPr>
              <a:buNone/>
              <a:defRPr sz="2400" b="1"/>
            </a:lvl3pPr>
            <a:lvl4pPr>
              <a:buNone/>
              <a:defRPr sz="2135" b="1"/>
            </a:lvl4pPr>
            <a:lvl5pPr>
              <a:buNone/>
              <a:defRPr sz="2135"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193369" y="1859757"/>
            <a:ext cx="5389033" cy="654843"/>
          </a:xfrm>
        </p:spPr>
        <p:txBody>
          <a:bodyPr lIns="45720" tIns="0" rIns="45720" bIns="0" anchor="ctr"/>
          <a:lstStyle>
            <a:lvl1pPr marL="0" indent="0">
              <a:buNone/>
              <a:defRPr sz="3200" b="1" cap="none" baseline="0">
                <a:solidFill>
                  <a:schemeClr val="tx2"/>
                </a:solidFill>
                <a:effectLst/>
              </a:defRPr>
            </a:lvl1pPr>
            <a:lvl2pPr>
              <a:buNone/>
              <a:defRPr sz="2665" b="1"/>
            </a:lvl2pPr>
            <a:lvl3pPr>
              <a:buNone/>
              <a:defRPr sz="2400" b="1"/>
            </a:lvl3pPr>
            <a:lvl4pPr>
              <a:buNone/>
              <a:defRPr sz="2135" b="1"/>
            </a:lvl4pPr>
            <a:lvl5pPr>
              <a:buNone/>
              <a:defRPr sz="2135"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609600" y="2514600"/>
            <a:ext cx="5386917" cy="3845720"/>
          </a:xfrm>
        </p:spPr>
        <p:txBody>
          <a:bodyPr tIns="0"/>
          <a:lstStyle>
            <a:lvl1pPr>
              <a:defRPr sz="2935"/>
            </a:lvl1pPr>
            <a:lvl2pPr>
              <a:defRPr sz="2665"/>
            </a:lvl2pPr>
            <a:lvl3pPr>
              <a:defRPr sz="2400"/>
            </a:lvl3pPr>
            <a:lvl4pPr>
              <a:defRPr sz="2135"/>
            </a:lvl4pPr>
            <a:lvl5pPr>
              <a:defRPr sz="2135"/>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6193369" y="2514600"/>
            <a:ext cx="5389033" cy="3845720"/>
          </a:xfrm>
        </p:spPr>
        <p:txBody>
          <a:bodyPr tIns="0"/>
          <a:lstStyle>
            <a:lvl1pPr>
              <a:defRPr sz="2935"/>
            </a:lvl1pPr>
            <a:lvl2pPr>
              <a:defRPr sz="2665"/>
            </a:lvl2pPr>
            <a:lvl3pPr>
              <a:defRPr sz="2400"/>
            </a:lvl3pPr>
            <a:lvl4pPr>
              <a:defRPr sz="2135"/>
            </a:lvl4pPr>
            <a:lvl5pPr>
              <a:defRPr sz="2135"/>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pPr defTabSz="609600"/>
            <a:fld id="{0AE00C96-A588-4227-80FE-310C38A88E9A}" type="datetime1">
              <a:rPr lang="en-US" smtClean="0">
                <a:solidFill>
                  <a:srgbClr val="04617B">
                    <a:shade val="90000"/>
                  </a:srgbClr>
                </a:solidFill>
              </a:rPr>
              <a:t>8/29/2025</a:t>
            </a:fld>
            <a:endParaRPr lang="en-IN">
              <a:solidFill>
                <a:srgbClr val="04617B">
                  <a:shade val="90000"/>
                </a:srgbClr>
              </a:solidFill>
            </a:endParaRPr>
          </a:p>
        </p:txBody>
      </p:sp>
      <p:sp>
        <p:nvSpPr>
          <p:cNvPr id="8" name="Footer Placeholder 7"/>
          <p:cNvSpPr>
            <a:spLocks noGrp="1"/>
          </p:cNvSpPr>
          <p:nvPr>
            <p:ph type="ftr" sz="quarter" idx="11"/>
          </p:nvPr>
        </p:nvSpPr>
        <p:spPr/>
        <p:txBody>
          <a:bodyPr/>
          <a:lstStyle/>
          <a:p>
            <a:pPr defTabSz="609600"/>
            <a:r>
              <a:rPr lang="en-IN"/>
              <a:t>LABOR FOR THE FUTURE</a:t>
            </a:r>
          </a:p>
        </p:txBody>
      </p:sp>
      <p:sp>
        <p:nvSpPr>
          <p:cNvPr id="9" name="Slide Number Placeholder 8"/>
          <p:cNvSpPr>
            <a:spLocks noGrp="1"/>
          </p:cNvSpPr>
          <p:nvPr>
            <p:ph type="sldNum" sz="quarter" idx="12"/>
          </p:nvPr>
        </p:nvSpPr>
        <p:spPr/>
        <p:txBody>
          <a:bodyPr/>
          <a:lstStyle/>
          <a:p>
            <a:pPr defTabSz="609600"/>
            <a:fld id="{9E224A48-D563-475F-90A0-E252177D5923}" type="slidenum">
              <a:rPr lang="en-IN" smtClean="0">
                <a:solidFill>
                  <a:srgbClr val="04617B">
                    <a:shade val="90000"/>
                  </a:srgbClr>
                </a:solidFill>
              </a:rPr>
              <a:t>‹#›</a:t>
            </a:fld>
            <a:endParaRPr lang="en-IN">
              <a:solidFill>
                <a:srgbClr val="04617B">
                  <a:shade val="90000"/>
                </a:srgbClr>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10744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6665"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pPr defTabSz="609600"/>
            <a:fld id="{72A98631-69D9-44D9-A9F5-155152F1FE4C}" type="datetime1">
              <a:rPr lang="en-US" smtClean="0">
                <a:solidFill>
                  <a:srgbClr val="04617B">
                    <a:shade val="90000"/>
                  </a:srgbClr>
                </a:solidFill>
              </a:rPr>
              <a:t>8/29/2025</a:t>
            </a:fld>
            <a:endParaRPr lang="en-IN">
              <a:solidFill>
                <a:srgbClr val="04617B">
                  <a:shade val="90000"/>
                </a:srgbClr>
              </a:solidFill>
            </a:endParaRPr>
          </a:p>
        </p:txBody>
      </p:sp>
      <p:sp>
        <p:nvSpPr>
          <p:cNvPr id="4" name="Footer Placeholder 3"/>
          <p:cNvSpPr>
            <a:spLocks noGrp="1"/>
          </p:cNvSpPr>
          <p:nvPr>
            <p:ph type="ftr" sz="quarter" idx="11"/>
          </p:nvPr>
        </p:nvSpPr>
        <p:spPr/>
        <p:txBody>
          <a:bodyPr/>
          <a:lstStyle/>
          <a:p>
            <a:pPr defTabSz="609600"/>
            <a:r>
              <a:rPr lang="en-IN"/>
              <a:t>LABOR FOR THE FUTURE</a:t>
            </a:r>
          </a:p>
        </p:txBody>
      </p:sp>
      <p:sp>
        <p:nvSpPr>
          <p:cNvPr id="5" name="Slide Number Placeholder 4"/>
          <p:cNvSpPr>
            <a:spLocks noGrp="1"/>
          </p:cNvSpPr>
          <p:nvPr>
            <p:ph type="sldNum" sz="quarter" idx="12"/>
          </p:nvPr>
        </p:nvSpPr>
        <p:spPr/>
        <p:txBody>
          <a:bodyPr/>
          <a:lstStyle/>
          <a:p>
            <a:pPr defTabSz="609600"/>
            <a:fld id="{9E224A48-D563-475F-90A0-E252177D5923}" type="slidenum">
              <a:rPr lang="en-IN" smtClean="0">
                <a:solidFill>
                  <a:srgbClr val="04617B">
                    <a:shade val="90000"/>
                  </a:srgbClr>
                </a:solidFill>
              </a:rPr>
              <a:t>‹#›</a:t>
            </a:fld>
            <a:endParaRPr lang="en-IN">
              <a:solidFill>
                <a:srgbClr val="04617B">
                  <a:shade val="90000"/>
                </a:srgbClr>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defTabSz="609600"/>
            <a:fld id="{254F3259-2098-4CE8-B0F1-C1DA59644146}" type="datetime1">
              <a:rPr lang="en-US" smtClean="0">
                <a:solidFill>
                  <a:srgbClr val="04617B">
                    <a:shade val="90000"/>
                  </a:srgbClr>
                </a:solidFill>
              </a:rPr>
              <a:t>8/29/2025</a:t>
            </a:fld>
            <a:endParaRPr lang="en-IN">
              <a:solidFill>
                <a:srgbClr val="04617B">
                  <a:shade val="90000"/>
                </a:srgbClr>
              </a:solidFill>
            </a:endParaRPr>
          </a:p>
        </p:txBody>
      </p:sp>
      <p:sp>
        <p:nvSpPr>
          <p:cNvPr id="3" name="Footer Placeholder 2"/>
          <p:cNvSpPr>
            <a:spLocks noGrp="1"/>
          </p:cNvSpPr>
          <p:nvPr>
            <p:ph type="ftr" sz="quarter" idx="11"/>
          </p:nvPr>
        </p:nvSpPr>
        <p:spPr/>
        <p:txBody>
          <a:bodyPr/>
          <a:lstStyle/>
          <a:p>
            <a:pPr defTabSz="609600"/>
            <a:r>
              <a:rPr lang="en-IN"/>
              <a:t>LABOR FOR THE FUTURE</a:t>
            </a:r>
            <a:endParaRPr lang="en-IN" dirty="0"/>
          </a:p>
        </p:txBody>
      </p:sp>
      <p:sp>
        <p:nvSpPr>
          <p:cNvPr id="4" name="Slide Number Placeholder 3"/>
          <p:cNvSpPr>
            <a:spLocks noGrp="1"/>
          </p:cNvSpPr>
          <p:nvPr>
            <p:ph type="sldNum" sz="quarter" idx="12"/>
          </p:nvPr>
        </p:nvSpPr>
        <p:spPr/>
        <p:txBody>
          <a:bodyPr/>
          <a:lstStyle/>
          <a:p>
            <a:pPr defTabSz="609600"/>
            <a:fld id="{9E224A48-D563-475F-90A0-E252177D5923}" type="slidenum">
              <a:rPr lang="en-IN" smtClean="0">
                <a:solidFill>
                  <a:srgbClr val="04617B">
                    <a:shade val="90000"/>
                  </a:srgbClr>
                </a:solidFill>
              </a:rPr>
              <a:t>‹#›</a:t>
            </a:fld>
            <a:endParaRPr lang="en-IN">
              <a:solidFill>
                <a:srgbClr val="04617B">
                  <a:shade val="90000"/>
                </a:srgbClr>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514352"/>
            <a:ext cx="3657600" cy="1162051"/>
          </a:xfrm>
        </p:spPr>
        <p:txBody>
          <a:bodyPr lIns="0" anchor="b">
            <a:noAutofit/>
          </a:bodyPr>
          <a:lstStyle>
            <a:lvl1pPr algn="l" rtl="0">
              <a:spcBef>
                <a:spcPct val="0"/>
              </a:spcBef>
              <a:buNone/>
              <a:defRPr sz="3465"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914400" y="1676400"/>
            <a:ext cx="3657600" cy="4572000"/>
          </a:xfrm>
        </p:spPr>
        <p:txBody>
          <a:bodyPr lIns="18288" rIns="18288"/>
          <a:lstStyle>
            <a:lvl1pPr marL="0" indent="0" algn="l">
              <a:buNone/>
              <a:defRPr sz="1865"/>
            </a:lvl1pPr>
            <a:lvl2pPr indent="0" algn="l">
              <a:buNone/>
              <a:defRPr sz="1600"/>
            </a:lvl2pPr>
            <a:lvl3pPr indent="0" algn="l">
              <a:buNone/>
              <a:defRPr sz="1335"/>
            </a:lvl3pPr>
            <a:lvl4pPr indent="0" algn="l">
              <a:buNone/>
              <a:defRPr sz="1200"/>
            </a:lvl4pPr>
            <a:lvl5pPr indent="0" algn="l">
              <a:buNone/>
              <a:defRPr sz="12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4766733" y="1676400"/>
            <a:ext cx="6815667" cy="4572000"/>
          </a:xfrm>
        </p:spPr>
        <p:txBody>
          <a:bodyPr tIns="0"/>
          <a:lstStyle>
            <a:lvl1pPr>
              <a:defRPr sz="3735"/>
            </a:lvl1pPr>
            <a:lvl2pPr>
              <a:defRPr sz="3465"/>
            </a:lvl2pPr>
            <a:lvl3pPr>
              <a:defRPr sz="3200"/>
            </a:lvl3pPr>
            <a:lvl4pPr>
              <a:defRPr sz="2665"/>
            </a:lvl4pPr>
            <a:lvl5pPr>
              <a:defRPr sz="24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pPr defTabSz="609600"/>
            <a:fld id="{D9948001-1140-44D8-9A68-725C413778A1}" type="datetime1">
              <a:rPr lang="en-US" smtClean="0">
                <a:solidFill>
                  <a:srgbClr val="04617B">
                    <a:shade val="90000"/>
                  </a:srgbClr>
                </a:solidFill>
              </a:rPr>
              <a:t>8/29/2025</a:t>
            </a:fld>
            <a:endParaRPr lang="en-IN">
              <a:solidFill>
                <a:srgbClr val="04617B">
                  <a:shade val="90000"/>
                </a:srgbClr>
              </a:solidFill>
            </a:endParaRPr>
          </a:p>
        </p:txBody>
      </p:sp>
      <p:sp>
        <p:nvSpPr>
          <p:cNvPr id="6" name="Footer Placeholder 5"/>
          <p:cNvSpPr>
            <a:spLocks noGrp="1"/>
          </p:cNvSpPr>
          <p:nvPr>
            <p:ph type="ftr" sz="quarter" idx="11"/>
          </p:nvPr>
        </p:nvSpPr>
        <p:spPr/>
        <p:txBody>
          <a:bodyPr/>
          <a:lstStyle/>
          <a:p>
            <a:pPr defTabSz="609600"/>
            <a:r>
              <a:rPr lang="en-IN"/>
              <a:t>LABOR FOR THE FUTURE</a:t>
            </a:r>
          </a:p>
        </p:txBody>
      </p:sp>
      <p:sp>
        <p:nvSpPr>
          <p:cNvPr id="7" name="Slide Number Placeholder 6"/>
          <p:cNvSpPr>
            <a:spLocks noGrp="1"/>
          </p:cNvSpPr>
          <p:nvPr>
            <p:ph type="sldNum" sz="quarter" idx="12"/>
          </p:nvPr>
        </p:nvSpPr>
        <p:spPr/>
        <p:txBody>
          <a:bodyPr/>
          <a:lstStyle/>
          <a:p>
            <a:pPr defTabSz="609600"/>
            <a:fld id="{9E224A48-D563-475F-90A0-E252177D5923}" type="slidenum">
              <a:rPr lang="en-IN" smtClean="0">
                <a:solidFill>
                  <a:srgbClr val="04617B">
                    <a:shade val="90000"/>
                  </a:srgbClr>
                </a:solidFill>
              </a:rPr>
              <a:t>‹#›</a:t>
            </a:fld>
            <a:endParaRPr lang="en-IN">
              <a:solidFill>
                <a:srgbClr val="04617B">
                  <a:shade val="90000"/>
                </a:srgbClr>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4221004" y="1108077"/>
            <a:ext cx="70104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marL="0" marR="0" lvl="0" indent="0" algn="ctr" defTabSz="6096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prstClr val="white"/>
              </a:solidFill>
              <a:effectLst/>
              <a:uLnTx/>
              <a:uFillTx/>
              <a:latin typeface="Constantia" panose="02030602050306030303"/>
              <a:ea typeface="+mn-ea"/>
              <a:cs typeface="+mn-cs"/>
            </a:endParaRPr>
          </a:p>
        </p:txBody>
      </p:sp>
      <p:sp>
        <p:nvSpPr>
          <p:cNvPr id="12" name="Right Triangle 11"/>
          <p:cNvSpPr/>
          <p:nvPr/>
        </p:nvSpPr>
        <p:spPr>
          <a:xfrm rot="420000" flipV="1">
            <a:off x="10672179" y="5359769"/>
            <a:ext cx="207264"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marL="0" marR="0" lvl="0" indent="0" algn="ctr" defTabSz="6096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prstClr val="white"/>
              </a:solidFill>
              <a:effectLst/>
              <a:uLnTx/>
              <a:uFillTx/>
              <a:latin typeface="Constantia" panose="02030602050306030303"/>
              <a:ea typeface="+mn-ea"/>
              <a:cs typeface="+mn-cs"/>
            </a:endParaRPr>
          </a:p>
        </p:txBody>
      </p:sp>
      <p:sp>
        <p:nvSpPr>
          <p:cNvPr id="2" name="Title 1"/>
          <p:cNvSpPr>
            <a:spLocks noGrp="1"/>
          </p:cNvSpPr>
          <p:nvPr>
            <p:ph type="title"/>
          </p:nvPr>
        </p:nvSpPr>
        <p:spPr>
          <a:xfrm>
            <a:off x="812800" y="1176996"/>
            <a:ext cx="2950464" cy="1582621"/>
          </a:xfrm>
        </p:spPr>
        <p:txBody>
          <a:bodyPr vert="horz" lIns="45720" tIns="45720" rIns="45720" bIns="45720" anchor="b"/>
          <a:lstStyle>
            <a:lvl1pPr algn="l">
              <a:buNone/>
              <a:defRPr sz="2665"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812800" y="2828785"/>
            <a:ext cx="2946400" cy="2179320"/>
          </a:xfrm>
        </p:spPr>
        <p:txBody>
          <a:bodyPr lIns="64008" rIns="45720" bIns="45720" anchor="t"/>
          <a:lstStyle>
            <a:lvl1pPr marL="0" indent="0" algn="l">
              <a:spcBef>
                <a:spcPts val="335"/>
              </a:spcBef>
              <a:buFontTx/>
              <a:buNone/>
              <a:defRPr sz="1735"/>
            </a:lvl1pPr>
            <a:lvl2pPr>
              <a:defRPr sz="1600"/>
            </a:lvl2pPr>
            <a:lvl3pPr>
              <a:defRPr sz="1335"/>
            </a:lvl3pPr>
            <a:lvl4pPr>
              <a:defRPr sz="1200"/>
            </a:lvl4pPr>
            <a:lvl5pPr>
              <a:defRPr sz="12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defTabSz="609600"/>
            <a:fld id="{32431FE4-DB0C-413A-B9F7-33D9A8782385}" type="datetime1">
              <a:rPr lang="en-US" smtClean="0">
                <a:solidFill>
                  <a:srgbClr val="04617B">
                    <a:shade val="90000"/>
                  </a:srgbClr>
                </a:solidFill>
              </a:rPr>
              <a:t>8/29/2025</a:t>
            </a:fld>
            <a:endParaRPr lang="en-IN">
              <a:solidFill>
                <a:srgbClr val="04617B">
                  <a:shade val="90000"/>
                </a:srgbClr>
              </a:solidFill>
            </a:endParaRPr>
          </a:p>
        </p:txBody>
      </p:sp>
      <p:sp>
        <p:nvSpPr>
          <p:cNvPr id="6" name="Footer Placeholder 5"/>
          <p:cNvSpPr>
            <a:spLocks noGrp="1"/>
          </p:cNvSpPr>
          <p:nvPr>
            <p:ph type="ftr" sz="quarter" idx="11"/>
          </p:nvPr>
        </p:nvSpPr>
        <p:spPr/>
        <p:txBody>
          <a:bodyPr/>
          <a:lstStyle/>
          <a:p>
            <a:pPr defTabSz="609600"/>
            <a:r>
              <a:rPr lang="en-IN"/>
              <a:t>LABOR FOR THE FUTURE</a:t>
            </a:r>
          </a:p>
        </p:txBody>
      </p:sp>
      <p:sp>
        <p:nvSpPr>
          <p:cNvPr id="7" name="Slide Number Placeholder 6"/>
          <p:cNvSpPr>
            <a:spLocks noGrp="1"/>
          </p:cNvSpPr>
          <p:nvPr>
            <p:ph type="sldNum" sz="quarter" idx="12"/>
          </p:nvPr>
        </p:nvSpPr>
        <p:spPr>
          <a:xfrm>
            <a:off x="10769600" y="6356351"/>
            <a:ext cx="812800" cy="365125"/>
          </a:xfrm>
        </p:spPr>
        <p:txBody>
          <a:bodyPr/>
          <a:lstStyle/>
          <a:p>
            <a:pPr defTabSz="609600"/>
            <a:fld id="{9E224A48-D563-475F-90A0-E252177D5923}" type="slidenum">
              <a:rPr lang="en-IN" smtClean="0">
                <a:solidFill>
                  <a:srgbClr val="04617B">
                    <a:shade val="90000"/>
                  </a:srgbClr>
                </a:solidFill>
              </a:rPr>
              <a:t>‹#›</a:t>
            </a:fld>
            <a:endParaRPr lang="en-IN">
              <a:solidFill>
                <a:srgbClr val="04617B">
                  <a:shade val="90000"/>
                </a:srgbClr>
              </a:solidFill>
            </a:endParaRPr>
          </a:p>
        </p:txBody>
      </p:sp>
      <p:sp>
        <p:nvSpPr>
          <p:cNvPr id="3" name="Picture Placeholder 2"/>
          <p:cNvSpPr>
            <a:spLocks noGrp="1"/>
          </p:cNvSpPr>
          <p:nvPr>
            <p:ph type="pic" idx="1"/>
          </p:nvPr>
        </p:nvSpPr>
        <p:spPr>
          <a:xfrm rot="420000">
            <a:off x="4647724" y="1199517"/>
            <a:ext cx="6156960" cy="3931920"/>
          </a:xfrm>
          <a:prstGeom prst="rect">
            <a:avLst/>
          </a:prstGeom>
          <a:solidFill>
            <a:schemeClr val="bg2"/>
          </a:solidFill>
          <a:ln w="3000" cap="rnd">
            <a:solidFill>
              <a:srgbClr val="C0C0C0"/>
            </a:solidFill>
            <a:round/>
          </a:ln>
          <a:effectLst/>
        </p:spPr>
        <p:txBody>
          <a:bodyPr/>
          <a:lstStyle>
            <a:lvl1pPr marL="0" indent="0">
              <a:buNone/>
              <a:defRPr sz="4265"/>
            </a:lvl1pPr>
          </a:lstStyle>
          <a:p>
            <a:r>
              <a:rPr kumimoji="0" lang="en-US"/>
              <a:t>Click icon to add picture</a:t>
            </a:r>
            <a:endParaRPr kumimoji="0" lang="en-US" dirty="0"/>
          </a:p>
        </p:txBody>
      </p:sp>
      <p:sp>
        <p:nvSpPr>
          <p:cNvPr id="10" name="Freeform 9"/>
          <p:cNvSpPr/>
          <p:nvPr/>
        </p:nvSpPr>
        <p:spPr bwMode="auto">
          <a:xfrm flipV="1">
            <a:off x="-12700" y="5816600"/>
            <a:ext cx="1221740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121920" tIns="60960" rIns="121920" bIns="60960" anchor="t" compatLnSpc="1"/>
          <a:lstStyle/>
          <a:p>
            <a:pPr marL="0" marR="0" lvl="0" indent="0" algn="l" defTabSz="6096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prstClr val="black"/>
              </a:solidFill>
              <a:effectLst/>
              <a:uLnTx/>
              <a:uFillTx/>
              <a:latin typeface="Constantia" panose="02030602050306030303"/>
              <a:ea typeface="+mn-ea"/>
              <a:cs typeface="+mn-cs"/>
            </a:endParaRPr>
          </a:p>
        </p:txBody>
      </p:sp>
      <p:sp>
        <p:nvSpPr>
          <p:cNvPr id="11" name="Freeform 10"/>
          <p:cNvSpPr/>
          <p:nvPr/>
        </p:nvSpPr>
        <p:spPr bwMode="auto">
          <a:xfrm flipV="1">
            <a:off x="5842000" y="6219826"/>
            <a:ext cx="63500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121920" tIns="60960" rIns="121920" bIns="60960" anchor="t" compatLnSpc="1"/>
          <a:lstStyle/>
          <a:p>
            <a:pPr marL="0" marR="0" lvl="0" indent="0" algn="l" defTabSz="6096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prstClr val="black"/>
              </a:solidFill>
              <a:effectLst/>
              <a:uLnTx/>
              <a:uFillTx/>
              <a:latin typeface="Constantia" panose="02030602050306030303"/>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defTabSz="609600"/>
            <a:fld id="{59192789-1A0A-43B5-922F-6FFD9B9AA87B}" type="datetime1">
              <a:rPr lang="en-US" smtClean="0">
                <a:solidFill>
                  <a:srgbClr val="04617B">
                    <a:shade val="90000"/>
                  </a:srgbClr>
                </a:solidFill>
              </a:rPr>
              <a:t>8/29/2025</a:t>
            </a:fld>
            <a:endParaRPr lang="en-IN">
              <a:solidFill>
                <a:srgbClr val="04617B">
                  <a:shade val="90000"/>
                </a:srgbClr>
              </a:solidFill>
            </a:endParaRPr>
          </a:p>
        </p:txBody>
      </p:sp>
      <p:sp>
        <p:nvSpPr>
          <p:cNvPr id="5" name="Footer Placeholder 4"/>
          <p:cNvSpPr>
            <a:spLocks noGrp="1"/>
          </p:cNvSpPr>
          <p:nvPr>
            <p:ph type="ftr" sz="quarter" idx="11"/>
          </p:nvPr>
        </p:nvSpPr>
        <p:spPr/>
        <p:txBody>
          <a:bodyPr/>
          <a:lstStyle/>
          <a:p>
            <a:pPr defTabSz="609600"/>
            <a:r>
              <a:rPr lang="en-IN"/>
              <a:t>LABOR FOR THE FUTURE</a:t>
            </a:r>
          </a:p>
        </p:txBody>
      </p:sp>
      <p:sp>
        <p:nvSpPr>
          <p:cNvPr id="6" name="Slide Number Placeholder 5"/>
          <p:cNvSpPr>
            <a:spLocks noGrp="1"/>
          </p:cNvSpPr>
          <p:nvPr>
            <p:ph type="sldNum" sz="quarter" idx="12"/>
          </p:nvPr>
        </p:nvSpPr>
        <p:spPr/>
        <p:txBody>
          <a:bodyPr/>
          <a:lstStyle/>
          <a:p>
            <a:pPr defTabSz="609600"/>
            <a:fld id="{9E224A48-D563-475F-90A0-E252177D5923}" type="slidenum">
              <a:rPr lang="en-IN" smtClean="0">
                <a:solidFill>
                  <a:srgbClr val="04617B">
                    <a:shade val="90000"/>
                  </a:srgbClr>
                </a:solidFill>
              </a:rPr>
              <a:t>‹#›</a:t>
            </a:fld>
            <a:endParaRPr lang="en-IN">
              <a:solidFill>
                <a:srgbClr val="04617B">
                  <a:shade val="90000"/>
                </a:srgbClr>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914401"/>
            <a:ext cx="27432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914401"/>
            <a:ext cx="80264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defTabSz="609600"/>
            <a:fld id="{76AC428A-35CA-4909-9A31-423F20CFFFEE}" type="datetime1">
              <a:rPr lang="en-US" smtClean="0">
                <a:solidFill>
                  <a:srgbClr val="04617B">
                    <a:shade val="90000"/>
                  </a:srgbClr>
                </a:solidFill>
              </a:rPr>
              <a:t>8/29/2025</a:t>
            </a:fld>
            <a:endParaRPr lang="en-IN">
              <a:solidFill>
                <a:srgbClr val="04617B">
                  <a:shade val="90000"/>
                </a:srgbClr>
              </a:solidFill>
            </a:endParaRPr>
          </a:p>
        </p:txBody>
      </p:sp>
      <p:sp>
        <p:nvSpPr>
          <p:cNvPr id="5" name="Footer Placeholder 4"/>
          <p:cNvSpPr>
            <a:spLocks noGrp="1"/>
          </p:cNvSpPr>
          <p:nvPr>
            <p:ph type="ftr" sz="quarter" idx="11"/>
          </p:nvPr>
        </p:nvSpPr>
        <p:spPr/>
        <p:txBody>
          <a:bodyPr/>
          <a:lstStyle/>
          <a:p>
            <a:pPr defTabSz="609600"/>
            <a:r>
              <a:rPr lang="en-IN"/>
              <a:t>LABOR FOR THE FUTURE</a:t>
            </a:r>
          </a:p>
        </p:txBody>
      </p:sp>
      <p:sp>
        <p:nvSpPr>
          <p:cNvPr id="6" name="Slide Number Placeholder 5"/>
          <p:cNvSpPr>
            <a:spLocks noGrp="1"/>
          </p:cNvSpPr>
          <p:nvPr>
            <p:ph type="sldNum" sz="quarter" idx="12"/>
          </p:nvPr>
        </p:nvSpPr>
        <p:spPr/>
        <p:txBody>
          <a:bodyPr/>
          <a:lstStyle/>
          <a:p>
            <a:pPr defTabSz="609600"/>
            <a:fld id="{9E224A48-D563-475F-90A0-E252177D5923}" type="slidenum">
              <a:rPr lang="en-IN" smtClean="0">
                <a:solidFill>
                  <a:srgbClr val="04617B">
                    <a:shade val="90000"/>
                  </a:srgbClr>
                </a:solidFill>
              </a:rPr>
              <a:t>‹#›</a:t>
            </a:fld>
            <a:endParaRPr lang="en-IN">
              <a:solidFill>
                <a:srgbClr val="04617B">
                  <a:shade val="90000"/>
                </a:srgb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p:nvPr/>
        </p:nvSpPr>
        <p:spPr bwMode="auto">
          <a:xfrm>
            <a:off x="-12700" y="-7144"/>
            <a:ext cx="1221740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121920" tIns="60960" rIns="121920" bIns="60960" anchor="t" compatLnSpc="1"/>
          <a:lstStyle/>
          <a:p>
            <a:pPr marL="0" marR="0" lvl="0" indent="0" algn="l" defTabSz="6096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prstClr val="black"/>
              </a:solidFill>
              <a:effectLst/>
              <a:uLnTx/>
              <a:uFillTx/>
              <a:latin typeface="Constantia" panose="02030602050306030303"/>
              <a:ea typeface="+mn-ea"/>
              <a:cs typeface="+mn-cs"/>
            </a:endParaRPr>
          </a:p>
        </p:txBody>
      </p:sp>
      <p:sp>
        <p:nvSpPr>
          <p:cNvPr id="8" name="Freeform 7"/>
          <p:cNvSpPr/>
          <p:nvPr/>
        </p:nvSpPr>
        <p:spPr bwMode="auto">
          <a:xfrm>
            <a:off x="5842000" y="-7144"/>
            <a:ext cx="63500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121920" tIns="60960" rIns="121920" bIns="60960" anchor="t" compatLnSpc="1"/>
          <a:lstStyle/>
          <a:p>
            <a:pPr marL="0" marR="0" lvl="0" indent="0" algn="l" defTabSz="6096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prstClr val="black"/>
              </a:solidFill>
              <a:effectLst/>
              <a:uLnTx/>
              <a:uFillTx/>
              <a:latin typeface="Constantia" panose="02030602050306030303"/>
              <a:ea typeface="+mn-ea"/>
              <a:cs typeface="+mn-cs"/>
            </a:endParaRPr>
          </a:p>
        </p:txBody>
      </p:sp>
      <p:sp>
        <p:nvSpPr>
          <p:cNvPr id="9" name="Title Placeholder 8"/>
          <p:cNvSpPr>
            <a:spLocks noGrp="1"/>
          </p:cNvSpPr>
          <p:nvPr>
            <p:ph type="title"/>
          </p:nvPr>
        </p:nvSpPr>
        <p:spPr>
          <a:xfrm>
            <a:off x="609600" y="704088"/>
            <a:ext cx="109728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609600" y="1935480"/>
            <a:ext cx="10972800" cy="4389120"/>
          </a:xfrm>
          <a:prstGeom prst="rect">
            <a:avLst/>
          </a:prstGeom>
        </p:spPr>
        <p:txBody>
          <a:bodyPr vert="horz">
            <a:normAutofit/>
          </a:bodyPr>
          <a:lstStyle/>
          <a:p>
            <a:pPr lvl="0" eaLnBrk="1" latinLnBrk="0" hangingPunct="1"/>
            <a:r>
              <a:rPr kumimoji="0" lang="en-US" dirty="0"/>
              <a:t>Click to edit Master text styles</a:t>
            </a:r>
          </a:p>
          <a:p>
            <a:pPr lvl="1" eaLnBrk="1" latinLnBrk="0" hangingPunct="1"/>
            <a:r>
              <a:rPr kumimoji="0" lang="en-US" dirty="0"/>
              <a:t>Second level</a:t>
            </a:r>
          </a:p>
          <a:p>
            <a:pPr lvl="2" eaLnBrk="1" latinLnBrk="0" hangingPunct="1"/>
            <a:r>
              <a:rPr kumimoji="0" lang="en-US" dirty="0"/>
              <a:t>Third level</a:t>
            </a:r>
          </a:p>
          <a:p>
            <a:pPr lvl="3" eaLnBrk="1" latinLnBrk="0" hangingPunct="1"/>
            <a:r>
              <a:rPr kumimoji="0" lang="en-US" dirty="0"/>
              <a:t>Fourth level</a:t>
            </a:r>
          </a:p>
          <a:p>
            <a:pPr lvl="4" eaLnBrk="1" latinLnBrk="0" hangingPunct="1"/>
            <a:r>
              <a:rPr kumimoji="0" lang="en-US" dirty="0"/>
              <a:t>Fifth level</a:t>
            </a:r>
          </a:p>
        </p:txBody>
      </p:sp>
      <p:sp>
        <p:nvSpPr>
          <p:cNvPr id="10" name="Date Placeholder 9"/>
          <p:cNvSpPr>
            <a:spLocks noGrp="1"/>
          </p:cNvSpPr>
          <p:nvPr>
            <p:ph type="dt" sz="half" idx="2"/>
          </p:nvPr>
        </p:nvSpPr>
        <p:spPr>
          <a:xfrm>
            <a:off x="609600" y="6356351"/>
            <a:ext cx="2844800" cy="365125"/>
          </a:xfrm>
          <a:prstGeom prst="rect">
            <a:avLst/>
          </a:prstGeom>
        </p:spPr>
        <p:txBody>
          <a:bodyPr vert="horz" lIns="0" tIns="0" rIns="0" bIns="0" anchor="b"/>
          <a:lstStyle>
            <a:lvl1pPr algn="l" eaLnBrk="1" latinLnBrk="0" hangingPunct="1">
              <a:defRPr kumimoji="0" sz="1600">
                <a:solidFill>
                  <a:schemeClr val="tx2">
                    <a:shade val="90000"/>
                  </a:schemeClr>
                </a:solidFill>
              </a:defRPr>
            </a:lvl1pPr>
          </a:lstStyle>
          <a:p>
            <a:pPr defTabSz="609600"/>
            <a:fld id="{F904262F-6C5F-49A3-932C-23CBFB3ABB43}" type="datetime1">
              <a:rPr lang="en-US" smtClean="0">
                <a:solidFill>
                  <a:srgbClr val="04617B">
                    <a:shade val="90000"/>
                  </a:srgbClr>
                </a:solidFill>
              </a:rPr>
              <a:t>8/29/2025</a:t>
            </a:fld>
            <a:endParaRPr lang="en-IN">
              <a:solidFill>
                <a:srgbClr val="04617B">
                  <a:shade val="90000"/>
                </a:srgbClr>
              </a:solidFill>
            </a:endParaRPr>
          </a:p>
        </p:txBody>
      </p:sp>
      <p:sp>
        <p:nvSpPr>
          <p:cNvPr id="22" name="Footer Placeholder 21"/>
          <p:cNvSpPr>
            <a:spLocks noGrp="1"/>
          </p:cNvSpPr>
          <p:nvPr>
            <p:ph type="ftr" sz="quarter" idx="3"/>
          </p:nvPr>
        </p:nvSpPr>
        <p:spPr>
          <a:xfrm>
            <a:off x="10224459" y="6309320"/>
            <a:ext cx="1967541" cy="365125"/>
          </a:xfrm>
          <a:prstGeom prst="rect">
            <a:avLst/>
          </a:prstGeom>
        </p:spPr>
        <p:txBody>
          <a:bodyPr vert="horz" lIns="0" tIns="0" rIns="0" bIns="0" anchor="b"/>
          <a:lstStyle>
            <a:lvl1pPr algn="l" eaLnBrk="1" latinLnBrk="0" hangingPunct="1">
              <a:defRPr kumimoji="0" sz="1065" b="1" i="1">
                <a:solidFill>
                  <a:srgbClr val="C00000"/>
                </a:solidFill>
                <a:latin typeface="Arial Black" panose="020B0A04020102020204" pitchFamily="34" charset="0"/>
              </a:defRPr>
            </a:lvl1pPr>
          </a:lstStyle>
          <a:p>
            <a:pPr defTabSz="609600"/>
            <a:r>
              <a:rPr lang="en-IN"/>
              <a:t>LABOR FOR THE FUTURE</a:t>
            </a:r>
            <a:endParaRPr lang="en-IN" dirty="0"/>
          </a:p>
        </p:txBody>
      </p:sp>
      <p:sp>
        <p:nvSpPr>
          <p:cNvPr id="18" name="Slide Number Placeholder 17"/>
          <p:cNvSpPr>
            <a:spLocks noGrp="1"/>
          </p:cNvSpPr>
          <p:nvPr>
            <p:ph type="sldNum" sz="quarter" idx="4"/>
          </p:nvPr>
        </p:nvSpPr>
        <p:spPr>
          <a:xfrm>
            <a:off x="10566400" y="6356351"/>
            <a:ext cx="1016000" cy="365125"/>
          </a:xfrm>
          <a:prstGeom prst="rect">
            <a:avLst/>
          </a:prstGeom>
        </p:spPr>
        <p:txBody>
          <a:bodyPr vert="horz" lIns="0" tIns="0" rIns="0" bIns="0" anchor="b"/>
          <a:lstStyle>
            <a:lvl1pPr algn="r" eaLnBrk="1" latinLnBrk="0" hangingPunct="1">
              <a:defRPr kumimoji="0" sz="1600">
                <a:solidFill>
                  <a:schemeClr val="tx2">
                    <a:shade val="90000"/>
                  </a:schemeClr>
                </a:solidFill>
              </a:defRPr>
            </a:lvl1pPr>
          </a:lstStyle>
          <a:p>
            <a:pPr defTabSz="609600"/>
            <a:fld id="{9E224A48-D563-475F-90A0-E252177D5923}" type="slidenum">
              <a:rPr lang="en-IN" smtClean="0">
                <a:solidFill>
                  <a:srgbClr val="04617B">
                    <a:shade val="90000"/>
                  </a:srgbClr>
                </a:solidFill>
              </a:rPr>
              <a:t>‹#›</a:t>
            </a:fld>
            <a:endParaRPr lang="en-IN">
              <a:solidFill>
                <a:srgbClr val="04617B">
                  <a:shade val="90000"/>
                </a:srgbClr>
              </a:solidFill>
            </a:endParaRPr>
          </a:p>
        </p:txBody>
      </p:sp>
      <p:grpSp>
        <p:nvGrpSpPr>
          <p:cNvPr id="2" name="Group 1"/>
          <p:cNvGrpSpPr/>
          <p:nvPr/>
        </p:nvGrpSpPr>
        <p:grpSpPr>
          <a:xfrm>
            <a:off x="-25356" y="202408"/>
            <a:ext cx="12240731" cy="649224"/>
            <a:chOff x="-19045" y="216550"/>
            <a:chExt cx="9180548" cy="649224"/>
          </a:xfrm>
        </p:grpSpPr>
        <p:sp>
          <p:nvSpPr>
            <p:cNvPr id="12" name="Freeform 11"/>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pPr marL="0" marR="0" lvl="0" indent="0" algn="l" defTabSz="6096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prstClr val="black"/>
                </a:solidFill>
                <a:effectLst/>
                <a:uLnTx/>
                <a:uFillTx/>
                <a:latin typeface="Constantia" panose="02030602050306030303"/>
                <a:ea typeface="+mn-ea"/>
                <a:cs typeface="+mn-cs"/>
              </a:endParaRPr>
            </a:p>
          </p:txBody>
        </p:sp>
        <p:sp>
          <p:nvSpPr>
            <p:cNvPr id="13" name="Freeform 12"/>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pPr marL="0" marR="0" lvl="0" indent="0" algn="l" defTabSz="6096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prstClr val="black"/>
                </a:solidFill>
                <a:effectLst/>
                <a:uLnTx/>
                <a:uFillTx/>
                <a:latin typeface="Constantia" panose="02030602050306030303"/>
                <a:ea typeface="+mn-ea"/>
                <a:cs typeface="+mn-cs"/>
              </a:endParaRPr>
            </a:p>
          </p:txBody>
        </p:sp>
      </p:grpSp>
      <p:pic>
        <p:nvPicPr>
          <p:cNvPr id="16" name="Picture 15" descr="uok logo.png"/>
          <p:cNvPicPr>
            <a:picLocks noChangeAspect="1"/>
          </p:cNvPicPr>
          <p:nvPr userDrawn="1"/>
        </p:nvPicPr>
        <p:blipFill>
          <a:blip r:embed="rId13" cstate="print"/>
          <a:stretch>
            <a:fillRect/>
          </a:stretch>
        </p:blipFill>
        <p:spPr>
          <a:xfrm>
            <a:off x="8208235" y="6240693"/>
            <a:ext cx="2016224" cy="54868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rtl="0" eaLnBrk="1" latinLnBrk="0" hangingPunct="1">
        <a:spcBef>
          <a:spcPct val="0"/>
        </a:spcBef>
        <a:buNone/>
        <a:defRPr kumimoji="0" sz="6665" b="0" kern="1200">
          <a:ln>
            <a:noFill/>
          </a:ln>
          <a:solidFill>
            <a:schemeClr val="tx2"/>
          </a:solidFill>
          <a:effectLst/>
          <a:latin typeface="+mj-lt"/>
          <a:ea typeface="+mj-ea"/>
          <a:cs typeface="+mj-cs"/>
        </a:defRPr>
      </a:lvl1pPr>
    </p:titleStyle>
    <p:bodyStyle>
      <a:lvl1pPr marL="365760" indent="-365760" algn="l" rtl="0" eaLnBrk="1" latinLnBrk="0" hangingPunct="1">
        <a:spcBef>
          <a:spcPct val="20000"/>
        </a:spcBef>
        <a:buClr>
          <a:schemeClr val="accent3"/>
        </a:buClr>
        <a:buSzPct val="95000"/>
        <a:buFont typeface="Wingdings 2" panose="05020102010507070707"/>
        <a:buChar char=""/>
        <a:defRPr kumimoji="0" sz="3465" kern="1200">
          <a:solidFill>
            <a:schemeClr val="tx1"/>
          </a:solidFill>
          <a:latin typeface="+mn-lt"/>
          <a:ea typeface="+mn-ea"/>
          <a:cs typeface="+mn-cs"/>
        </a:defRPr>
      </a:lvl1pPr>
      <a:lvl2pPr marL="853440" indent="-328930" algn="l" rtl="0" eaLnBrk="1" latinLnBrk="0" hangingPunct="1">
        <a:spcBef>
          <a:spcPct val="20000"/>
        </a:spcBef>
        <a:buClr>
          <a:schemeClr val="accent1"/>
        </a:buClr>
        <a:buSzPct val="85000"/>
        <a:buFont typeface="Wingdings 2" panose="05020102010507070707"/>
        <a:buChar char=""/>
        <a:defRPr kumimoji="0" sz="3200" kern="1200">
          <a:solidFill>
            <a:schemeClr val="tx1"/>
          </a:solidFill>
          <a:latin typeface="+mn-lt"/>
          <a:ea typeface="+mn-ea"/>
          <a:cs typeface="+mn-cs"/>
        </a:defRPr>
      </a:lvl2pPr>
      <a:lvl3pPr marL="1219200" indent="-328930" algn="l" rtl="0" eaLnBrk="1" latinLnBrk="0" hangingPunct="1">
        <a:spcBef>
          <a:spcPct val="20000"/>
        </a:spcBef>
        <a:buClr>
          <a:schemeClr val="accent2"/>
        </a:buClr>
        <a:buSzPct val="70000"/>
        <a:buFont typeface="Wingdings 2" panose="05020102010507070707"/>
        <a:buChar char=""/>
        <a:defRPr kumimoji="0" sz="2800" kern="1200">
          <a:solidFill>
            <a:schemeClr val="tx1"/>
          </a:solidFill>
          <a:latin typeface="+mn-lt"/>
          <a:ea typeface="+mn-ea"/>
          <a:cs typeface="+mn-cs"/>
        </a:defRPr>
      </a:lvl3pPr>
      <a:lvl4pPr marL="1584960" indent="-280670" algn="l" rtl="0" eaLnBrk="1" latinLnBrk="0" hangingPunct="1">
        <a:spcBef>
          <a:spcPct val="20000"/>
        </a:spcBef>
        <a:buClr>
          <a:schemeClr val="accent3"/>
        </a:buClr>
        <a:buSzPct val="65000"/>
        <a:buFont typeface="Wingdings 2" panose="05020102010507070707"/>
        <a:buChar char=""/>
        <a:defRPr kumimoji="0" sz="2665" kern="1200">
          <a:solidFill>
            <a:schemeClr val="tx1"/>
          </a:solidFill>
          <a:latin typeface="+mn-lt"/>
          <a:ea typeface="+mn-ea"/>
          <a:cs typeface="+mn-cs"/>
        </a:defRPr>
      </a:lvl4pPr>
      <a:lvl5pPr marL="1950720" indent="-280670" algn="l" rtl="0" eaLnBrk="1" latinLnBrk="0" hangingPunct="1">
        <a:spcBef>
          <a:spcPct val="20000"/>
        </a:spcBef>
        <a:buClr>
          <a:schemeClr val="accent4"/>
        </a:buClr>
        <a:buSzPct val="65000"/>
        <a:buFont typeface="Wingdings 2" panose="05020102010507070707"/>
        <a:buChar char=""/>
        <a:defRPr kumimoji="0" sz="2665" kern="1200">
          <a:solidFill>
            <a:schemeClr val="tx1"/>
          </a:solidFill>
          <a:latin typeface="+mn-lt"/>
          <a:ea typeface="+mn-ea"/>
          <a:cs typeface="+mn-cs"/>
        </a:defRPr>
      </a:lvl5pPr>
      <a:lvl6pPr marL="2316480" indent="-280670" algn="l" rtl="0" eaLnBrk="1" latinLnBrk="0" hangingPunct="1">
        <a:spcBef>
          <a:spcPct val="20000"/>
        </a:spcBef>
        <a:buClr>
          <a:schemeClr val="accent5"/>
        </a:buClr>
        <a:buSzPct val="80000"/>
        <a:buFont typeface="Wingdings 2" panose="05020102010507070707"/>
        <a:buChar char=""/>
        <a:defRPr kumimoji="0" sz="2400" kern="1200">
          <a:solidFill>
            <a:schemeClr val="tx1"/>
          </a:solidFill>
          <a:latin typeface="+mn-lt"/>
          <a:ea typeface="+mn-ea"/>
          <a:cs typeface="+mn-cs"/>
        </a:defRPr>
      </a:lvl6pPr>
      <a:lvl7pPr marL="2560320" indent="-243840" algn="l" rtl="0" eaLnBrk="1" latinLnBrk="0" hangingPunct="1">
        <a:spcBef>
          <a:spcPct val="20000"/>
        </a:spcBef>
        <a:buClr>
          <a:schemeClr val="accent6"/>
        </a:buClr>
        <a:buSzPct val="80000"/>
        <a:buFont typeface="Wingdings 2" panose="05020102010507070707"/>
        <a:buChar char=""/>
        <a:defRPr kumimoji="0" sz="2135" kern="1200" baseline="0">
          <a:solidFill>
            <a:schemeClr val="tx1"/>
          </a:solidFill>
          <a:latin typeface="+mn-lt"/>
          <a:ea typeface="+mn-ea"/>
          <a:cs typeface="+mn-cs"/>
        </a:defRPr>
      </a:lvl7pPr>
      <a:lvl8pPr marL="2926080" indent="-243840" algn="l" rtl="0" eaLnBrk="1" latinLnBrk="0" hangingPunct="1">
        <a:spcBef>
          <a:spcPct val="20000"/>
        </a:spcBef>
        <a:buClr>
          <a:schemeClr val="tx2"/>
        </a:buClr>
        <a:buChar char="•"/>
        <a:defRPr kumimoji="0" sz="2135" kern="1200">
          <a:solidFill>
            <a:schemeClr val="tx1"/>
          </a:solidFill>
          <a:latin typeface="+mn-lt"/>
          <a:ea typeface="+mn-ea"/>
          <a:cs typeface="+mn-cs"/>
        </a:defRPr>
      </a:lvl8pPr>
      <a:lvl9pPr marL="3291840" indent="-243840" algn="l" rtl="0" eaLnBrk="1" latinLnBrk="0" hangingPunct="1">
        <a:spcBef>
          <a:spcPct val="20000"/>
        </a:spcBef>
        <a:buClr>
          <a:schemeClr val="tx2"/>
        </a:buClr>
        <a:buFontTx/>
        <a:buChar char="•"/>
        <a:defRPr kumimoji="0" sz="1865"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609600" algn="l" rtl="0" eaLnBrk="1" latinLnBrk="0" hangingPunct="1">
        <a:defRPr kumimoji="0" kern="1200">
          <a:solidFill>
            <a:schemeClr val="tx1"/>
          </a:solidFill>
          <a:latin typeface="+mn-lt"/>
          <a:ea typeface="+mn-ea"/>
          <a:cs typeface="+mn-cs"/>
        </a:defRPr>
      </a:lvl2pPr>
      <a:lvl3pPr marL="1219200" algn="l" rtl="0" eaLnBrk="1" latinLnBrk="0" hangingPunct="1">
        <a:defRPr kumimoji="0" kern="1200">
          <a:solidFill>
            <a:schemeClr val="tx1"/>
          </a:solidFill>
          <a:latin typeface="+mn-lt"/>
          <a:ea typeface="+mn-ea"/>
          <a:cs typeface="+mn-cs"/>
        </a:defRPr>
      </a:lvl3pPr>
      <a:lvl4pPr marL="1828800" algn="l" rtl="0" eaLnBrk="1" latinLnBrk="0" hangingPunct="1">
        <a:defRPr kumimoji="0" kern="1200">
          <a:solidFill>
            <a:schemeClr val="tx1"/>
          </a:solidFill>
          <a:latin typeface="+mn-lt"/>
          <a:ea typeface="+mn-ea"/>
          <a:cs typeface="+mn-cs"/>
        </a:defRPr>
      </a:lvl4pPr>
      <a:lvl5pPr marL="2438400" algn="l" rtl="0" eaLnBrk="1" latinLnBrk="0" hangingPunct="1">
        <a:defRPr kumimoji="0" kern="1200">
          <a:solidFill>
            <a:schemeClr val="tx1"/>
          </a:solidFill>
          <a:latin typeface="+mn-lt"/>
          <a:ea typeface="+mn-ea"/>
          <a:cs typeface="+mn-cs"/>
        </a:defRPr>
      </a:lvl5pPr>
      <a:lvl6pPr marL="3048000" algn="l" rtl="0" eaLnBrk="1" latinLnBrk="0" hangingPunct="1">
        <a:defRPr kumimoji="0" kern="1200">
          <a:solidFill>
            <a:schemeClr val="tx1"/>
          </a:solidFill>
          <a:latin typeface="+mn-lt"/>
          <a:ea typeface="+mn-ea"/>
          <a:cs typeface="+mn-cs"/>
        </a:defRPr>
      </a:lvl6pPr>
      <a:lvl7pPr marL="3657600" algn="l" rtl="0" eaLnBrk="1" latinLnBrk="0" hangingPunct="1">
        <a:defRPr kumimoji="0" kern="1200">
          <a:solidFill>
            <a:schemeClr val="tx1"/>
          </a:solidFill>
          <a:latin typeface="+mn-lt"/>
          <a:ea typeface="+mn-ea"/>
          <a:cs typeface="+mn-cs"/>
        </a:defRPr>
      </a:lvl7pPr>
      <a:lvl8pPr marL="4267200" algn="l" rtl="0" eaLnBrk="1" latinLnBrk="0" hangingPunct="1">
        <a:defRPr kumimoji="0" kern="1200">
          <a:solidFill>
            <a:schemeClr val="tx1"/>
          </a:solidFill>
          <a:latin typeface="+mn-lt"/>
          <a:ea typeface="+mn-ea"/>
          <a:cs typeface="+mn-cs"/>
        </a:defRPr>
      </a:lvl8pPr>
      <a:lvl9pPr marL="48768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ags" Target="../tags/tag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tags" Target="../tags/tag3.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4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71707" y="3311475"/>
            <a:ext cx="6096000" cy="706755"/>
          </a:xfrm>
          <a:prstGeom prst="rect">
            <a:avLst/>
          </a:prstGeom>
        </p:spPr>
        <p:txBody>
          <a:bodyPr>
            <a:spAutoFit/>
          </a:bodyPr>
          <a:lstStyle/>
          <a:p>
            <a:r>
              <a:rPr lang="en-US" sz="2000" dirty="0"/>
              <a:t>INSTRUCTOR : FRED KAGAME </a:t>
            </a:r>
          </a:p>
          <a:p>
            <a:r>
              <a:rPr lang="en-US" sz="2000" dirty="0"/>
              <a:t>School Computing and IT </a:t>
            </a:r>
          </a:p>
        </p:txBody>
      </p:sp>
      <p:sp>
        <p:nvSpPr>
          <p:cNvPr id="5" name="Rectangle 4"/>
          <p:cNvSpPr/>
          <p:nvPr/>
        </p:nvSpPr>
        <p:spPr>
          <a:xfrm>
            <a:off x="2690949" y="4264074"/>
            <a:ext cx="6096000" cy="368300"/>
          </a:xfrm>
          <a:prstGeom prst="rect">
            <a:avLst/>
          </a:prstGeom>
        </p:spPr>
        <p:txBody>
          <a:bodyPr>
            <a:spAutoFit/>
          </a:bodyPr>
          <a:lstStyle/>
          <a:p>
            <a:r>
              <a:rPr lang="en-US" dirty="0"/>
              <a:t>BIT,MSIT,CCNA,CCNP,CISA </a:t>
            </a:r>
          </a:p>
        </p:txBody>
      </p:sp>
      <p:sp>
        <p:nvSpPr>
          <p:cNvPr id="6" name="Rectangle 5"/>
          <p:cNvSpPr/>
          <p:nvPr/>
        </p:nvSpPr>
        <p:spPr>
          <a:xfrm>
            <a:off x="1568206" y="1607013"/>
            <a:ext cx="8341485" cy="706755"/>
          </a:xfrm>
          <a:prstGeom prst="rect">
            <a:avLst/>
          </a:prstGeom>
        </p:spPr>
        <p:txBody>
          <a:bodyPr wrap="square">
            <a:spAutoFit/>
          </a:bodyPr>
          <a:lstStyle/>
          <a:p>
            <a:r>
              <a:rPr lang="en-US" sz="4000" dirty="0"/>
              <a:t>ADVANCED NETWORKING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3D0B88BB-0EE9-981E-E417-5146FBE36095}"/>
              </a:ext>
            </a:extLst>
          </p:cNvPr>
          <p:cNvSpPr txBox="1"/>
          <p:nvPr/>
        </p:nvSpPr>
        <p:spPr>
          <a:xfrm>
            <a:off x="810985" y="1967265"/>
            <a:ext cx="3042557" cy="2547257"/>
          </a:xfrm>
          <a:prstGeom prst="rect">
            <a:avLst/>
          </a:prstGeom>
          <a:noFill/>
        </p:spPr>
        <p:txBody>
          <a:bodyPr vert="horz" lIns="91440" tIns="45720" rIns="91440" bIns="45720" rtlCol="0" anchor="ctr">
            <a:normAutofit/>
          </a:bodyPr>
          <a:lstStyle/>
          <a:p>
            <a:pPr indent="-228600" algn="ctr">
              <a:lnSpc>
                <a:spcPct val="90000"/>
              </a:lnSpc>
              <a:spcBef>
                <a:spcPct val="0"/>
              </a:spcBef>
              <a:spcAft>
                <a:spcPts val="600"/>
              </a:spcAft>
            </a:pPr>
            <a:r>
              <a:rPr lang="en-US" sz="2800" b="1" kern="1200" dirty="0">
                <a:solidFill>
                  <a:srgbClr val="FFFFFF"/>
                </a:solidFill>
                <a:latin typeface="+mj-lt"/>
                <a:ea typeface="+mj-ea"/>
                <a:cs typeface="+mj-cs"/>
              </a:rPr>
              <a:t>CHAPTER ONE :</a:t>
            </a:r>
            <a:br>
              <a:rPr lang="en-US" sz="2800" b="1" kern="1200" dirty="0">
                <a:solidFill>
                  <a:srgbClr val="FFFFFF"/>
                </a:solidFill>
                <a:latin typeface="+mj-lt"/>
                <a:ea typeface="+mj-ea"/>
                <a:cs typeface="+mj-cs"/>
              </a:rPr>
            </a:br>
            <a:r>
              <a:rPr lang="en-US" sz="2800" b="1" kern="1200" dirty="0">
                <a:solidFill>
                  <a:srgbClr val="FFFFFF"/>
                </a:solidFill>
                <a:latin typeface="+mj-lt"/>
                <a:ea typeface="+mj-ea"/>
                <a:cs typeface="+mj-cs"/>
              </a:rPr>
              <a:t>INTRODUCTION TO ADVANCED NETWORKING </a:t>
            </a:r>
          </a:p>
        </p:txBody>
      </p:sp>
      <p:pic>
        <p:nvPicPr>
          <p:cNvPr id="8" name="Graphic 7" descr="Network">
            <a:extLst>
              <a:ext uri="{FF2B5EF4-FFF2-40B4-BE49-F238E27FC236}">
                <a16:creationId xmlns:a16="http://schemas.microsoft.com/office/drawing/2014/main" id="{9C692885-57EB-0CA3-FD91-1ECA8CC8CC0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383296" y="643466"/>
            <a:ext cx="5568739" cy="5568739"/>
          </a:xfrm>
          <a:prstGeom prst="rect">
            <a:avLst/>
          </a:prstGeom>
        </p:spPr>
      </p:pic>
      <p:sp>
        <p:nvSpPr>
          <p:cNvPr id="2" name="Footer Placeholder 1">
            <a:extLst>
              <a:ext uri="{FF2B5EF4-FFF2-40B4-BE49-F238E27FC236}">
                <a16:creationId xmlns:a16="http://schemas.microsoft.com/office/drawing/2014/main" id="{8199789E-F28E-742E-4F24-64628CFB2941}"/>
              </a:ext>
            </a:extLst>
          </p:cNvPr>
          <p:cNvSpPr>
            <a:spLocks noGrp="1"/>
          </p:cNvSpPr>
          <p:nvPr>
            <p:ph type="ftr" sz="quarter" idx="11"/>
          </p:nvPr>
        </p:nvSpPr>
        <p:spPr>
          <a:xfrm>
            <a:off x="1028700" y="6356350"/>
            <a:ext cx="6210300" cy="365125"/>
          </a:xfrm>
        </p:spPr>
        <p:txBody>
          <a:bodyPr vert="horz" lIns="91440" tIns="45720" rIns="91440" bIns="45720" rtlCol="0" anchor="ctr">
            <a:normAutofit/>
          </a:bodyPr>
          <a:lstStyle/>
          <a:p>
            <a:pPr>
              <a:spcAft>
                <a:spcPts val="600"/>
              </a:spcAft>
            </a:pPr>
            <a:r>
              <a:rPr lang="en-US" sz="1200" kern="1200">
                <a:solidFill>
                  <a:schemeClr val="tx1">
                    <a:alpha val="80000"/>
                  </a:schemeClr>
                </a:solidFill>
                <a:latin typeface="+mn-lt"/>
                <a:ea typeface="+mn-ea"/>
                <a:cs typeface="+mn-cs"/>
              </a:rPr>
              <a:t>LABOR FOR THE FUTURE</a:t>
            </a:r>
          </a:p>
        </p:txBody>
      </p:sp>
    </p:spTree>
    <p:extLst>
      <p:ext uri="{BB962C8B-B14F-4D97-AF65-F5344CB8AC3E}">
        <p14:creationId xmlns:p14="http://schemas.microsoft.com/office/powerpoint/2010/main" val="25747449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9ADD671-1C97-CCA3-E723-E95C44E2ECC4}"/>
              </a:ext>
            </a:extLst>
          </p:cNvPr>
          <p:cNvSpPr txBox="1"/>
          <p:nvPr/>
        </p:nvSpPr>
        <p:spPr>
          <a:xfrm>
            <a:off x="538480" y="651361"/>
            <a:ext cx="11521440" cy="5447645"/>
          </a:xfrm>
          <a:prstGeom prst="rect">
            <a:avLst/>
          </a:prstGeom>
          <a:noFill/>
        </p:spPr>
        <p:txBody>
          <a:bodyPr wrap="square">
            <a:spAutoFit/>
          </a:bodyPr>
          <a:lstStyle/>
          <a:p>
            <a:pPr>
              <a:buNone/>
            </a:pPr>
            <a:r>
              <a:rPr lang="en-US" sz="4000" b="1" dirty="0"/>
              <a:t>                           Networking</a:t>
            </a:r>
          </a:p>
          <a:p>
            <a:pPr>
              <a:buNone/>
            </a:pPr>
            <a:endParaRPr lang="en-US" sz="2800" b="1" dirty="0"/>
          </a:p>
          <a:p>
            <a:pPr>
              <a:buNone/>
            </a:pPr>
            <a:r>
              <a:rPr lang="en-US" sz="2800" b="1" dirty="0"/>
              <a:t>Networking</a:t>
            </a:r>
            <a:r>
              <a:rPr lang="en-US" sz="2800" dirty="0"/>
              <a:t> is the field in IT that involves </a:t>
            </a:r>
            <a:r>
              <a:rPr lang="en-US" sz="2800" b="1" dirty="0"/>
              <a:t>connecting computers, servers, and devices</a:t>
            </a:r>
            <a:r>
              <a:rPr lang="en-US" sz="2800" dirty="0"/>
              <a:t> to share resources and data. </a:t>
            </a:r>
          </a:p>
          <a:p>
            <a:pPr>
              <a:buNone/>
            </a:pPr>
            <a:endParaRPr lang="en-US" sz="2800" dirty="0"/>
          </a:p>
          <a:p>
            <a:pPr>
              <a:buNone/>
            </a:pPr>
            <a:r>
              <a:rPr lang="en-US" sz="2800" dirty="0"/>
              <a:t>covers:</a:t>
            </a:r>
          </a:p>
          <a:p>
            <a:pPr>
              <a:buNone/>
            </a:pPr>
            <a:endParaRPr lang="en-US" sz="2800" dirty="0"/>
          </a:p>
          <a:p>
            <a:pPr marL="457200" indent="-457200">
              <a:buFont typeface="Wingdings" panose="05000000000000000000" pitchFamily="2" charset="2"/>
              <a:buChar char="q"/>
            </a:pPr>
            <a:r>
              <a:rPr lang="en-US" sz="2800" dirty="0"/>
              <a:t>Internet and intranet connectivity</a:t>
            </a:r>
          </a:p>
          <a:p>
            <a:pPr marL="457200" indent="-457200">
              <a:buFont typeface="Wingdings" panose="05000000000000000000" pitchFamily="2" charset="2"/>
              <a:buChar char="q"/>
            </a:pPr>
            <a:r>
              <a:rPr lang="en-US" sz="2800" dirty="0"/>
              <a:t>IP addressing. </a:t>
            </a:r>
          </a:p>
          <a:p>
            <a:pPr marL="457200" indent="-457200">
              <a:buFont typeface="Wingdings" panose="05000000000000000000" pitchFamily="2" charset="2"/>
              <a:buChar char="q"/>
            </a:pPr>
            <a:r>
              <a:rPr lang="en-US" sz="2800" dirty="0"/>
              <a:t>Routers, switches, firewalls</a:t>
            </a:r>
          </a:p>
          <a:p>
            <a:pPr marL="457200" indent="-457200">
              <a:buFont typeface="Wingdings" panose="05000000000000000000" pitchFamily="2" charset="2"/>
              <a:buChar char="q"/>
            </a:pPr>
            <a:r>
              <a:rPr lang="en-US" sz="2800" dirty="0"/>
              <a:t>Protocols like TCP/IP, HTTP, FTP, etc.</a:t>
            </a:r>
          </a:p>
          <a:p>
            <a:pPr marL="457200" indent="-457200">
              <a:buFont typeface="Wingdings" panose="05000000000000000000" pitchFamily="2" charset="2"/>
              <a:buChar char="q"/>
            </a:pPr>
            <a:r>
              <a:rPr lang="en-US" sz="2800" dirty="0"/>
              <a:t>LANs, WANs, and wireless network</a:t>
            </a:r>
          </a:p>
        </p:txBody>
      </p:sp>
    </p:spTree>
    <p:extLst>
      <p:ext uri="{BB962C8B-B14F-4D97-AF65-F5344CB8AC3E}">
        <p14:creationId xmlns:p14="http://schemas.microsoft.com/office/powerpoint/2010/main" val="29405384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0CF7E4E-C759-DA40-2D41-F09761184B2F}"/>
            </a:ext>
          </a:extLst>
        </p:cNvPr>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41" name="TextBox 7">
            <a:extLst>
              <a:ext uri="{FF2B5EF4-FFF2-40B4-BE49-F238E27FC236}">
                <a16:creationId xmlns:a16="http://schemas.microsoft.com/office/drawing/2014/main" id="{E82CE053-7B81-5AFA-B0CD-EBC06D8AFCCC}"/>
              </a:ext>
            </a:extLst>
          </p:cNvPr>
          <p:cNvGraphicFramePr/>
          <p:nvPr>
            <p:extLst>
              <p:ext uri="{D42A27DB-BD31-4B8C-83A1-F6EECF244321}">
                <p14:modId xmlns:p14="http://schemas.microsoft.com/office/powerpoint/2010/main" val="981791955"/>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762296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881D606-C2A3-6EB5-E556-AA9839E0BD31}"/>
              </a:ext>
            </a:extLst>
          </p:cNvPr>
          <p:cNvSpPr>
            <a:spLocks noGrp="1"/>
          </p:cNvSpPr>
          <p:nvPr>
            <p:ph type="ftr" sz="quarter" idx="11"/>
          </p:nvPr>
        </p:nvSpPr>
        <p:spPr/>
        <p:txBody>
          <a:bodyPr/>
          <a:lstStyle/>
          <a:p>
            <a:pPr defTabSz="609600"/>
            <a:r>
              <a:rPr lang="en-IN"/>
              <a:t>LABOR FOR THE FUTURE</a:t>
            </a:r>
            <a:endParaRPr lang="en-IN" dirty="0"/>
          </a:p>
        </p:txBody>
      </p:sp>
      <p:sp>
        <p:nvSpPr>
          <p:cNvPr id="4" name="TextBox 3">
            <a:extLst>
              <a:ext uri="{FF2B5EF4-FFF2-40B4-BE49-F238E27FC236}">
                <a16:creationId xmlns:a16="http://schemas.microsoft.com/office/drawing/2014/main" id="{C78DE803-E1E9-B388-19FC-288DD8998ADD}"/>
              </a:ext>
            </a:extLst>
          </p:cNvPr>
          <p:cNvSpPr txBox="1"/>
          <p:nvPr/>
        </p:nvSpPr>
        <p:spPr>
          <a:xfrm>
            <a:off x="302260" y="902623"/>
            <a:ext cx="11717020" cy="5866350"/>
          </a:xfrm>
          <a:prstGeom prst="rect">
            <a:avLst/>
          </a:prstGeom>
          <a:noFill/>
        </p:spPr>
        <p:txBody>
          <a:bodyPr wrap="square">
            <a:spAutoFit/>
          </a:bodyPr>
          <a:lstStyle/>
          <a:p>
            <a:pPr>
              <a:lnSpc>
                <a:spcPct val="150000"/>
              </a:lnSpc>
            </a:pPr>
            <a:r>
              <a:rPr lang="en-US" dirty="0"/>
              <a:t>Advanced networking goes far beyond the basic concept of simply connecting computers and devices together. It is concerned with the design, deployment, and management of highly complex, secure, and scalable network infrastructures that are capable of supporting modern applications and services. </a:t>
            </a:r>
          </a:p>
          <a:p>
            <a:pPr>
              <a:lnSpc>
                <a:spcPct val="150000"/>
              </a:lnSpc>
            </a:pPr>
            <a:r>
              <a:rPr lang="en-US" dirty="0"/>
              <a:t>In advanced networking, a strong emphasis is placed on understanding how data travels across the network—from the initial sender to the final receiver—by making use of different communication protocols, routing methods, and specialized devices that ensure traffic is delivered accurately and efficiently.</a:t>
            </a:r>
          </a:p>
          <a:p>
            <a:pPr>
              <a:lnSpc>
                <a:spcPct val="150000"/>
              </a:lnSpc>
            </a:pPr>
            <a:endParaRPr lang="en-US" dirty="0"/>
          </a:p>
          <a:p>
            <a:pPr>
              <a:lnSpc>
                <a:spcPct val="150000"/>
              </a:lnSpc>
            </a:pPr>
            <a:r>
              <a:rPr lang="en-US" dirty="0"/>
              <a:t>This field also explores how multiple technologies, such as switching, routing, virtualization, cloud networking, and wireless systems, work together to create seamless communication environments. Security, reliability, and performance optimization play a central role, as networks today must be able to handle large volumes of traffic while protecting sensitive information from cyber threats. Advanced networking, therefore, deals not only with the technical aspects of data transfer but also with the strategic planning, integration, and continuous improvement of networks to meet the ever-growing demands of modern digital communication.</a:t>
            </a:r>
          </a:p>
          <a:p>
            <a:pPr>
              <a:lnSpc>
                <a:spcPct val="150000"/>
              </a:lnSpc>
            </a:pPr>
            <a:endParaRPr lang="en-RW" dirty="0"/>
          </a:p>
        </p:txBody>
      </p:sp>
      <p:sp>
        <p:nvSpPr>
          <p:cNvPr id="6" name="TextBox 5">
            <a:extLst>
              <a:ext uri="{FF2B5EF4-FFF2-40B4-BE49-F238E27FC236}">
                <a16:creationId xmlns:a16="http://schemas.microsoft.com/office/drawing/2014/main" id="{0F997ADD-028C-BECB-49BE-25B3E491A680}"/>
              </a:ext>
            </a:extLst>
          </p:cNvPr>
          <p:cNvSpPr txBox="1"/>
          <p:nvPr/>
        </p:nvSpPr>
        <p:spPr>
          <a:xfrm>
            <a:off x="2473960" y="194737"/>
            <a:ext cx="6106160" cy="707886"/>
          </a:xfrm>
          <a:prstGeom prst="rect">
            <a:avLst/>
          </a:prstGeom>
          <a:noFill/>
        </p:spPr>
        <p:txBody>
          <a:bodyPr wrap="square">
            <a:spAutoFit/>
          </a:bodyPr>
          <a:lstStyle/>
          <a:p>
            <a:r>
              <a:rPr lang="en-US" sz="4000" dirty="0"/>
              <a:t>Advanced networking </a:t>
            </a:r>
            <a:endParaRPr lang="en-RW" sz="4000" dirty="0"/>
          </a:p>
        </p:txBody>
      </p:sp>
    </p:spTree>
    <p:extLst>
      <p:ext uri="{BB962C8B-B14F-4D97-AF65-F5344CB8AC3E}">
        <p14:creationId xmlns:p14="http://schemas.microsoft.com/office/powerpoint/2010/main" val="29865060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1">
            <a:extLst>
              <a:ext uri="{FF2B5EF4-FFF2-40B4-BE49-F238E27FC236}">
                <a16:creationId xmlns:a16="http://schemas.microsoft.com/office/drawing/2014/main" id="{FEAC0C96-6282-245A-4046-3052F400521C}"/>
              </a:ext>
            </a:extLst>
          </p:cNvPr>
          <p:cNvSpPr>
            <a:spLocks noChangeArrowheads="1"/>
          </p:cNvSpPr>
          <p:nvPr/>
        </p:nvSpPr>
        <p:spPr bwMode="auto">
          <a:xfrm>
            <a:off x="1028700" y="1967266"/>
            <a:ext cx="2628900" cy="2547257"/>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marL="0" marR="0" lvl="0" indent="0" algn="ctr" fontAlgn="base">
              <a:lnSpc>
                <a:spcPct val="90000"/>
              </a:lnSpc>
              <a:spcBef>
                <a:spcPct val="0"/>
              </a:spcBef>
              <a:spcAft>
                <a:spcPts val="600"/>
              </a:spcAft>
              <a:buClrTx/>
              <a:buSzTx/>
              <a:tabLst/>
            </a:pPr>
            <a:r>
              <a:rPr kumimoji="0" lang="en-US" altLang="en-RW" sz="3100" b="1" i="0" u="none" strike="noStrike" kern="1200" cap="none" normalizeH="0" baseline="0" dirty="0">
                <a:ln>
                  <a:noFill/>
                </a:ln>
                <a:solidFill>
                  <a:srgbClr val="FFFFFF"/>
                </a:solidFill>
                <a:effectLst/>
                <a:latin typeface="+mj-lt"/>
                <a:ea typeface="+mj-ea"/>
                <a:cs typeface="+mj-cs"/>
              </a:rPr>
              <a:t>Hands-On Skills (Practical / Lab Configurations)</a:t>
            </a:r>
          </a:p>
          <a:p>
            <a:pPr marL="0" marR="0" lvl="0" indent="0" algn="ctr" fontAlgn="base">
              <a:lnSpc>
                <a:spcPct val="90000"/>
              </a:lnSpc>
              <a:spcBef>
                <a:spcPct val="0"/>
              </a:spcBef>
              <a:spcAft>
                <a:spcPts val="600"/>
              </a:spcAft>
              <a:buClrTx/>
              <a:buSzTx/>
              <a:tabLst/>
            </a:pPr>
            <a:endParaRPr kumimoji="0" lang="en-US" altLang="en-RW" sz="3100" b="0" i="0" u="none" strike="noStrike" kern="1200" cap="none" normalizeH="0" baseline="0" dirty="0">
              <a:ln>
                <a:noFill/>
              </a:ln>
              <a:solidFill>
                <a:srgbClr val="FFFFFF"/>
              </a:solidFill>
              <a:effectLst/>
              <a:latin typeface="+mj-lt"/>
              <a:ea typeface="+mj-ea"/>
              <a:cs typeface="+mj-cs"/>
            </a:endParaRPr>
          </a:p>
        </p:txBody>
      </p:sp>
      <p:graphicFrame>
        <p:nvGraphicFramePr>
          <p:cNvPr id="2" name="Table 1">
            <a:extLst>
              <a:ext uri="{FF2B5EF4-FFF2-40B4-BE49-F238E27FC236}">
                <a16:creationId xmlns:a16="http://schemas.microsoft.com/office/drawing/2014/main" id="{13D8AB95-404B-3DAF-14C8-9AA25CC3E125}"/>
              </a:ext>
            </a:extLst>
          </p:cNvPr>
          <p:cNvGraphicFramePr>
            <a:graphicFrameLocks noGrp="1"/>
          </p:cNvGraphicFramePr>
          <p:nvPr>
            <p:extLst>
              <p:ext uri="{D42A27DB-BD31-4B8C-83A1-F6EECF244321}">
                <p14:modId xmlns:p14="http://schemas.microsoft.com/office/powerpoint/2010/main" val="3204853176"/>
              </p:ext>
            </p:extLst>
          </p:nvPr>
        </p:nvGraphicFramePr>
        <p:xfrm>
          <a:off x="4777316" y="1107517"/>
          <a:ext cx="6780701" cy="3821370"/>
        </p:xfrm>
        <a:graphic>
          <a:graphicData uri="http://schemas.openxmlformats.org/drawingml/2006/table">
            <a:tbl>
              <a:tblPr>
                <a:noFill/>
              </a:tblPr>
              <a:tblGrid>
                <a:gridCol w="2995291">
                  <a:extLst>
                    <a:ext uri="{9D8B030D-6E8A-4147-A177-3AD203B41FA5}">
                      <a16:colId xmlns:a16="http://schemas.microsoft.com/office/drawing/2014/main" val="2499076346"/>
                    </a:ext>
                  </a:extLst>
                </a:gridCol>
                <a:gridCol w="3785410">
                  <a:extLst>
                    <a:ext uri="{9D8B030D-6E8A-4147-A177-3AD203B41FA5}">
                      <a16:colId xmlns:a16="http://schemas.microsoft.com/office/drawing/2014/main" val="2355690024"/>
                    </a:ext>
                  </a:extLst>
                </a:gridCol>
              </a:tblGrid>
              <a:tr h="544282">
                <a:tc>
                  <a:txBody>
                    <a:bodyPr/>
                    <a:lstStyle/>
                    <a:p>
                      <a:r>
                        <a:rPr lang="en-US" sz="1800" cap="none" spc="0" dirty="0">
                          <a:solidFill>
                            <a:schemeClr val="tx1"/>
                          </a:solidFill>
                        </a:rPr>
                        <a:t>Skill</a:t>
                      </a:r>
                    </a:p>
                  </a:txBody>
                  <a:tcPr marL="68747" marR="68747" marT="76798" marB="137495" anchor="ctr">
                    <a:lnL w="12700" cmpd="sng">
                      <a:noFill/>
                      <a:prstDash val="solid"/>
                    </a:lnL>
                    <a:lnR w="12700" cmpd="sng">
                      <a:noFill/>
                      <a:prstDash val="solid"/>
                    </a:lnR>
                    <a:lnT w="12700" cap="flat" cmpd="sng" algn="ctr">
                      <a:solidFill>
                        <a:schemeClr val="accent1"/>
                      </a:solidFill>
                      <a:prstDash val="solid"/>
                    </a:lnT>
                    <a:lnB w="12700" cmpd="sng">
                      <a:noFill/>
                      <a:prstDash val="solid"/>
                    </a:lnB>
                    <a:noFill/>
                  </a:tcPr>
                </a:tc>
                <a:tc>
                  <a:txBody>
                    <a:bodyPr/>
                    <a:lstStyle/>
                    <a:p>
                      <a:r>
                        <a:rPr lang="en-US" sz="1800" cap="none" spc="0">
                          <a:solidFill>
                            <a:schemeClr val="tx1"/>
                          </a:solidFill>
                        </a:rPr>
                        <a:t>Tools/Examples</a:t>
                      </a:r>
                    </a:p>
                  </a:txBody>
                  <a:tcPr marL="68747" marR="68747" marT="76798" marB="137495" anchor="ctr">
                    <a:lnL w="12700" cmpd="sng">
                      <a:noFill/>
                      <a:prstDash val="solid"/>
                    </a:lnL>
                    <a:lnR w="12700" cmpd="sng">
                      <a:noFill/>
                      <a:prstDash val="solid"/>
                    </a:lnR>
                    <a:lnT w="12700" cap="flat" cmpd="sng" algn="ctr">
                      <a:solidFill>
                        <a:schemeClr val="accent1"/>
                      </a:solidFill>
                      <a:prstDash val="solid"/>
                    </a:lnT>
                    <a:lnB w="12700" cmpd="sng">
                      <a:noFill/>
                      <a:prstDash val="solid"/>
                    </a:lnB>
                    <a:noFill/>
                  </a:tcPr>
                </a:tc>
                <a:extLst>
                  <a:ext uri="{0D108BD9-81ED-4DB2-BD59-A6C34878D82A}">
                    <a16:rowId xmlns:a16="http://schemas.microsoft.com/office/drawing/2014/main" val="734124789"/>
                  </a:ext>
                </a:extLst>
              </a:tr>
              <a:tr h="819272">
                <a:tc>
                  <a:txBody>
                    <a:bodyPr/>
                    <a:lstStyle/>
                    <a:p>
                      <a:r>
                        <a:rPr lang="en-US" sz="1800" b="1" cap="none" spc="0">
                          <a:solidFill>
                            <a:schemeClr val="tx1"/>
                          </a:solidFill>
                        </a:rPr>
                        <a:t>Router &amp; Switch Configs</a:t>
                      </a:r>
                      <a:endParaRPr lang="en-US" sz="1800" cap="none" spc="0">
                        <a:solidFill>
                          <a:schemeClr val="tx1"/>
                        </a:solidFill>
                      </a:endParaRPr>
                    </a:p>
                  </a:txBody>
                  <a:tcPr marL="68747" marR="68747" marT="76798" marB="137495"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US" sz="1800" cap="none" spc="0">
                          <a:solidFill>
                            <a:schemeClr val="tx1"/>
                          </a:solidFill>
                        </a:rPr>
                        <a:t>Cisco CLI: configuring OSPF, EIGRP, VLANs, STP</a:t>
                      </a:r>
                    </a:p>
                  </a:txBody>
                  <a:tcPr marL="68747" marR="68747" marT="76798" marB="137495"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838283805"/>
                  </a:ext>
                </a:extLst>
              </a:tr>
              <a:tr h="819272">
                <a:tc>
                  <a:txBody>
                    <a:bodyPr/>
                    <a:lstStyle/>
                    <a:p>
                      <a:r>
                        <a:rPr lang="en-US" sz="1800" b="1" cap="none" spc="0">
                          <a:solidFill>
                            <a:schemeClr val="tx1"/>
                          </a:solidFill>
                        </a:rPr>
                        <a:t>VLAN Trunking &amp; Inter-VLAN Routing</a:t>
                      </a:r>
                      <a:endParaRPr lang="en-US" sz="1800" cap="none" spc="0">
                        <a:solidFill>
                          <a:schemeClr val="tx1"/>
                        </a:solidFill>
                      </a:endParaRPr>
                    </a:p>
                  </a:txBody>
                  <a:tcPr marL="68747" marR="68747" marT="76798" marB="137495"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US" sz="1800" cap="none" spc="0">
                          <a:solidFill>
                            <a:schemeClr val="tx1"/>
                          </a:solidFill>
                        </a:rPr>
                        <a:t>Setup with Cisco switches</a:t>
                      </a:r>
                    </a:p>
                  </a:txBody>
                  <a:tcPr marL="68747" marR="68747" marT="76798" marB="137495"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654870053"/>
                  </a:ext>
                </a:extLst>
              </a:tr>
              <a:tr h="819272">
                <a:tc>
                  <a:txBody>
                    <a:bodyPr/>
                    <a:lstStyle/>
                    <a:p>
                      <a:r>
                        <a:rPr lang="en-US" sz="1800" b="1" cap="none" spc="0" dirty="0">
                          <a:solidFill>
                            <a:schemeClr val="tx1"/>
                          </a:solidFill>
                        </a:rPr>
                        <a:t>VPN Configurations</a:t>
                      </a:r>
                      <a:endParaRPr lang="en-US" sz="1800" cap="none" spc="0" dirty="0">
                        <a:solidFill>
                          <a:schemeClr val="tx1"/>
                        </a:solidFill>
                      </a:endParaRPr>
                    </a:p>
                  </a:txBody>
                  <a:tcPr marL="68747" marR="68747" marT="76798" marB="137495"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US" sz="1800" cap="none" spc="0">
                          <a:solidFill>
                            <a:schemeClr val="tx1"/>
                          </a:solidFill>
                        </a:rPr>
                        <a:t>IPSec and SSL VPNs using OpenVPN, Cisco, or FortiGate</a:t>
                      </a:r>
                    </a:p>
                  </a:txBody>
                  <a:tcPr marL="68747" marR="68747" marT="76798" marB="137495"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002012716"/>
                  </a:ext>
                </a:extLst>
              </a:tr>
              <a:tr h="819272">
                <a:tc>
                  <a:txBody>
                    <a:bodyPr/>
                    <a:lstStyle/>
                    <a:p>
                      <a:r>
                        <a:rPr lang="en-US" sz="1800" b="1" cap="none" spc="0">
                          <a:solidFill>
                            <a:schemeClr val="tx1"/>
                          </a:solidFill>
                        </a:rPr>
                        <a:t>Server Configurations</a:t>
                      </a:r>
                      <a:endParaRPr lang="en-US" sz="1800" cap="none" spc="0">
                        <a:solidFill>
                          <a:schemeClr val="tx1"/>
                        </a:solidFill>
                      </a:endParaRPr>
                    </a:p>
                  </a:txBody>
                  <a:tcPr marL="68747" marR="68747" marT="76798" marB="137495" anchor="ctr">
                    <a:lnL w="12700" cmpd="sng">
                      <a:noFill/>
                      <a:prstDash val="solid"/>
                    </a:lnL>
                    <a:lnR w="12700" cmpd="sng">
                      <a:noFill/>
                      <a:prstDash val="solid"/>
                    </a:lnR>
                    <a:lnT w="12700" cmpd="sng">
                      <a:noFill/>
                      <a:prstDash val="solid"/>
                    </a:lnT>
                    <a:lnB w="12700" cmpd="sng">
                      <a:noFill/>
                      <a:prstDash val="solid"/>
                    </a:lnB>
                    <a:noFill/>
                  </a:tcPr>
                </a:tc>
                <a:tc>
                  <a:txBody>
                    <a:bodyPr/>
                    <a:lstStyle/>
                    <a:p>
                      <a:r>
                        <a:rPr lang="en-US" sz="1800" cap="none" spc="0" dirty="0">
                          <a:solidFill>
                            <a:schemeClr val="tx1"/>
                          </a:solidFill>
                        </a:rPr>
                        <a:t>DHCP, DNS, Radius, FTP server setup on Linux or Windows Server</a:t>
                      </a:r>
                    </a:p>
                  </a:txBody>
                  <a:tcPr marL="68747" marR="68747" marT="76798" marB="137495" anchor="ctr">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3304083883"/>
                  </a:ext>
                </a:extLst>
              </a:tr>
            </a:tbl>
          </a:graphicData>
        </a:graphic>
      </p:graphicFrame>
    </p:spTree>
    <p:extLst>
      <p:ext uri="{BB962C8B-B14F-4D97-AF65-F5344CB8AC3E}">
        <p14:creationId xmlns:p14="http://schemas.microsoft.com/office/powerpoint/2010/main" val="41970518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idx="4294967295"/>
          </p:nvPr>
        </p:nvSpPr>
        <p:spPr>
          <a:xfrm>
            <a:off x="0" y="0"/>
            <a:ext cx="10918825" cy="854075"/>
          </a:xfrm>
        </p:spPr>
        <p:txBody>
          <a:bodyPr>
            <a:normAutofit fontScale="90000"/>
          </a:bodyPr>
          <a:lstStyle/>
          <a:p>
            <a:r>
              <a:rPr lang="en-US" altLang="en-US" dirty="0"/>
              <a:t>          Network Protocol</a:t>
            </a:r>
          </a:p>
        </p:txBody>
      </p:sp>
      <p:sp>
        <p:nvSpPr>
          <p:cNvPr id="8195" name="Rectangle 6"/>
          <p:cNvSpPr>
            <a:spLocks noGrp="1" noChangeArrowheads="1"/>
          </p:cNvSpPr>
          <p:nvPr>
            <p:ph idx="4294967295"/>
          </p:nvPr>
        </p:nvSpPr>
        <p:spPr>
          <a:xfrm>
            <a:off x="0" y="854076"/>
            <a:ext cx="4318000" cy="6003924"/>
          </a:xfrm>
        </p:spPr>
        <p:txBody>
          <a:bodyPr>
            <a:normAutofit fontScale="85000" lnSpcReduction="20000"/>
          </a:bodyPr>
          <a:lstStyle/>
          <a:p>
            <a:pPr marL="0" indent="0">
              <a:buNone/>
            </a:pPr>
            <a:r>
              <a:rPr lang="en-US" altLang="en-US" sz="2135" dirty="0"/>
              <a:t>Network protocols define a common set of rules.</a:t>
            </a:r>
          </a:p>
          <a:p>
            <a:pPr marL="0" indent="0">
              <a:lnSpc>
                <a:spcPct val="170000"/>
              </a:lnSpc>
              <a:buNone/>
            </a:pPr>
            <a:r>
              <a:rPr lang="en-US" sz="2400" dirty="0"/>
              <a:t>A </a:t>
            </a:r>
            <a:r>
              <a:rPr lang="en-US" sz="2400" b="1" dirty="0"/>
              <a:t>protocol</a:t>
            </a:r>
            <a:r>
              <a:rPr lang="en-US" sz="2400" dirty="0"/>
              <a:t> in networking is a set of rules and guidelines that governs how data is transmitted between devices. Think of it as a common language that all computers on a network must speak to communicate successfully.</a:t>
            </a:r>
            <a:endParaRPr lang="en-US" altLang="en-US" sz="2135" dirty="0"/>
          </a:p>
          <a:p>
            <a:pPr>
              <a:buFont typeface="Arial" panose="020B0604020202020204" pitchFamily="34" charset="0"/>
              <a:buChar char="•"/>
            </a:pPr>
            <a:r>
              <a:rPr lang="en-US" altLang="en-US" sz="2135" dirty="0"/>
              <a:t>Can be implemented on devices in:</a:t>
            </a:r>
          </a:p>
          <a:p>
            <a:pPr lvl="1"/>
            <a:r>
              <a:rPr lang="en-US" altLang="en-US" sz="2135" dirty="0"/>
              <a:t>Software</a:t>
            </a:r>
          </a:p>
          <a:p>
            <a:pPr lvl="1"/>
            <a:r>
              <a:rPr lang="en-US" altLang="en-US" sz="2135" dirty="0"/>
              <a:t>Hardware</a:t>
            </a:r>
          </a:p>
          <a:p>
            <a:pPr lvl="1"/>
            <a:r>
              <a:rPr lang="en-US" altLang="en-US" sz="2135" dirty="0"/>
              <a:t>Both</a:t>
            </a:r>
          </a:p>
          <a:p>
            <a:pPr>
              <a:buFont typeface="Arial" panose="020B0604020202020204" pitchFamily="34" charset="0"/>
              <a:buChar char="•"/>
            </a:pPr>
            <a:r>
              <a:rPr lang="en-US" altLang="en-US" sz="2135" dirty="0"/>
              <a:t>Protocols have their own:</a:t>
            </a:r>
          </a:p>
          <a:p>
            <a:pPr lvl="1"/>
            <a:r>
              <a:rPr lang="en-US" altLang="en-US" sz="2135" dirty="0"/>
              <a:t>Function</a:t>
            </a:r>
          </a:p>
          <a:p>
            <a:pPr lvl="1"/>
            <a:r>
              <a:rPr lang="en-US" altLang="en-US" sz="2135" dirty="0"/>
              <a:t>Format</a:t>
            </a:r>
          </a:p>
          <a:p>
            <a:pPr lvl="1"/>
            <a:r>
              <a:rPr lang="en-US" altLang="en-US" sz="2135" dirty="0"/>
              <a:t>Rules</a:t>
            </a:r>
          </a:p>
          <a:p>
            <a:pPr marL="0" indent="0">
              <a:buNone/>
            </a:pPr>
            <a:r>
              <a:rPr lang="en-US" altLang="ja-JP" dirty="0"/>
              <a:t> </a:t>
            </a:r>
          </a:p>
        </p:txBody>
      </p:sp>
      <p:graphicFrame>
        <p:nvGraphicFramePr>
          <p:cNvPr id="2" name="Table 1"/>
          <p:cNvGraphicFramePr>
            <a:graphicFrameLocks noGrp="1"/>
          </p:cNvGraphicFramePr>
          <p:nvPr>
            <p:extLst>
              <p:ext uri="{D42A27DB-BD31-4B8C-83A1-F6EECF244321}">
                <p14:modId xmlns:p14="http://schemas.microsoft.com/office/powerpoint/2010/main" val="2438159172"/>
              </p:ext>
            </p:extLst>
          </p:nvPr>
        </p:nvGraphicFramePr>
        <p:xfrm>
          <a:off x="4450080" y="1036320"/>
          <a:ext cx="7741920" cy="5744361"/>
        </p:xfrm>
        <a:graphic>
          <a:graphicData uri="http://schemas.openxmlformats.org/drawingml/2006/table">
            <a:tbl>
              <a:tblPr firstRow="1" bandRow="1">
                <a:tableStyleId>{5C22544A-7EE6-4342-B048-85BDC9FD1C3A}</a:tableStyleId>
              </a:tblPr>
              <a:tblGrid>
                <a:gridCol w="2794000">
                  <a:extLst>
                    <a:ext uri="{9D8B030D-6E8A-4147-A177-3AD203B41FA5}">
                      <a16:colId xmlns:a16="http://schemas.microsoft.com/office/drawing/2014/main" val="20000"/>
                    </a:ext>
                  </a:extLst>
                </a:gridCol>
                <a:gridCol w="4947920">
                  <a:extLst>
                    <a:ext uri="{9D8B030D-6E8A-4147-A177-3AD203B41FA5}">
                      <a16:colId xmlns:a16="http://schemas.microsoft.com/office/drawing/2014/main" val="20001"/>
                    </a:ext>
                  </a:extLst>
                </a:gridCol>
              </a:tblGrid>
              <a:tr h="1127577">
                <a:tc>
                  <a:txBody>
                    <a:bodyPr/>
                    <a:lstStyle/>
                    <a:p>
                      <a:r>
                        <a:rPr lang="en-US" sz="2400" dirty="0"/>
                        <a:t>Protocol Type</a:t>
                      </a:r>
                    </a:p>
                  </a:txBody>
                  <a:tcPr marL="121920" marR="121920" marT="60960" marB="60960"/>
                </a:tc>
                <a:tc>
                  <a:txBody>
                    <a:bodyPr/>
                    <a:lstStyle/>
                    <a:p>
                      <a:r>
                        <a:rPr lang="en-US" sz="2400" dirty="0"/>
                        <a:t>Description</a:t>
                      </a:r>
                    </a:p>
                  </a:txBody>
                  <a:tcPr marL="121920" marR="121920" marT="60960" marB="60960"/>
                </a:tc>
                <a:extLst>
                  <a:ext uri="{0D108BD9-81ED-4DB2-BD59-A6C34878D82A}">
                    <a16:rowId xmlns:a16="http://schemas.microsoft.com/office/drawing/2014/main" val="10000"/>
                  </a:ext>
                </a:extLst>
              </a:tr>
              <a:tr h="1219200">
                <a:tc>
                  <a:txBody>
                    <a:bodyPr/>
                    <a:lstStyle/>
                    <a:p>
                      <a:r>
                        <a:rPr lang="en-US" sz="2400" dirty="0"/>
                        <a:t>Network Communications</a:t>
                      </a:r>
                    </a:p>
                  </a:txBody>
                  <a:tcPr marL="121920" marR="121920" marT="60960" marB="60960"/>
                </a:tc>
                <a:tc>
                  <a:txBody>
                    <a:bodyPr/>
                    <a:lstStyle/>
                    <a:p>
                      <a:r>
                        <a:rPr lang="en-US" sz="2400" dirty="0"/>
                        <a:t>enable two or more devices to communicate over one or more networks</a:t>
                      </a:r>
                    </a:p>
                  </a:txBody>
                  <a:tcPr marL="121920" marR="121920" marT="60960" marB="60960"/>
                </a:tc>
                <a:extLst>
                  <a:ext uri="{0D108BD9-81ED-4DB2-BD59-A6C34878D82A}">
                    <a16:rowId xmlns:a16="http://schemas.microsoft.com/office/drawing/2014/main" val="10001"/>
                  </a:ext>
                </a:extLst>
              </a:tr>
              <a:tr h="959184">
                <a:tc>
                  <a:txBody>
                    <a:bodyPr/>
                    <a:lstStyle/>
                    <a:p>
                      <a:r>
                        <a:rPr lang="en-US" sz="2400" dirty="0"/>
                        <a:t>Network</a:t>
                      </a:r>
                      <a:r>
                        <a:rPr lang="en-US" sz="2400" baseline="0" dirty="0"/>
                        <a:t> Security</a:t>
                      </a:r>
                      <a:endParaRPr lang="en-US" sz="2400" dirty="0"/>
                    </a:p>
                  </a:txBody>
                  <a:tcPr marL="121920" marR="121920" marT="60960" marB="60960"/>
                </a:tc>
                <a:tc>
                  <a:txBody>
                    <a:bodyPr/>
                    <a:lstStyle/>
                    <a:p>
                      <a:r>
                        <a:rPr lang="en-US" sz="2400" dirty="0"/>
                        <a:t>secure data to provide authentication, data integrity, and data encryption</a:t>
                      </a:r>
                    </a:p>
                  </a:txBody>
                  <a:tcPr marL="121920" marR="121920" marT="60960" marB="60960"/>
                </a:tc>
                <a:extLst>
                  <a:ext uri="{0D108BD9-81ED-4DB2-BD59-A6C34878D82A}">
                    <a16:rowId xmlns:a16="http://schemas.microsoft.com/office/drawing/2014/main" val="10002"/>
                  </a:ext>
                </a:extLst>
              </a:tr>
              <a:tr h="1219200">
                <a:tc>
                  <a:txBody>
                    <a:bodyPr/>
                    <a:lstStyle/>
                    <a:p>
                      <a:r>
                        <a:rPr lang="en-US" sz="2400" dirty="0"/>
                        <a:t>Routing</a:t>
                      </a:r>
                    </a:p>
                  </a:txBody>
                  <a:tcPr marL="121920" marR="121920" marT="60960" marB="60960"/>
                </a:tc>
                <a:tc>
                  <a:txBody>
                    <a:bodyPr/>
                    <a:lstStyle/>
                    <a:p>
                      <a:r>
                        <a:rPr lang="en-US" sz="2400" dirty="0"/>
                        <a:t>enable routers to exchange route information, compare path information, and select  best path</a:t>
                      </a:r>
                    </a:p>
                  </a:txBody>
                  <a:tcPr marL="121920" marR="121920" marT="60960" marB="60960"/>
                </a:tc>
                <a:extLst>
                  <a:ext uri="{0D108BD9-81ED-4DB2-BD59-A6C34878D82A}">
                    <a16:rowId xmlns:a16="http://schemas.microsoft.com/office/drawing/2014/main" val="10003"/>
                  </a:ext>
                </a:extLst>
              </a:tr>
              <a:tr h="959184">
                <a:tc>
                  <a:txBody>
                    <a:bodyPr/>
                    <a:lstStyle/>
                    <a:p>
                      <a:r>
                        <a:rPr lang="en-US" sz="2400" dirty="0"/>
                        <a:t>Service Discovery</a:t>
                      </a:r>
                    </a:p>
                  </a:txBody>
                  <a:tcPr marL="121920" marR="121920" marT="60960" marB="60960"/>
                </a:tc>
                <a:tc>
                  <a:txBody>
                    <a:bodyPr/>
                    <a:lstStyle/>
                    <a:p>
                      <a:r>
                        <a:rPr lang="en-US" sz="2400" dirty="0"/>
                        <a:t>used for the automatic detection of devices or services</a:t>
                      </a:r>
                    </a:p>
                  </a:txBody>
                  <a:tcPr marL="121920" marR="121920" marT="60960" marB="60960"/>
                </a:tc>
                <a:extLst>
                  <a:ext uri="{0D108BD9-81ED-4DB2-BD59-A6C34878D82A}">
                    <a16:rowId xmlns:a16="http://schemas.microsoft.com/office/drawing/2014/main" val="10004"/>
                  </a:ext>
                </a:extLst>
              </a:tr>
            </a:tbl>
          </a:graphicData>
        </a:graphic>
      </p:graphicFrame>
    </p:spTree>
    <p:custDataLst>
      <p:tags r:id="rId1"/>
    </p:custData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idx="4294967295"/>
          </p:nvPr>
        </p:nvSpPr>
        <p:spPr>
          <a:xfrm>
            <a:off x="0" y="55563"/>
            <a:ext cx="9528175" cy="750887"/>
          </a:xfrm>
        </p:spPr>
        <p:txBody>
          <a:bodyPr>
            <a:normAutofit fontScale="90000"/>
          </a:bodyPr>
          <a:lstStyle/>
          <a:p>
            <a:r>
              <a:rPr lang="en-US" altLang="en-US" dirty="0"/>
              <a:t>Network Protocol Functions</a:t>
            </a:r>
          </a:p>
        </p:txBody>
      </p:sp>
      <p:sp>
        <p:nvSpPr>
          <p:cNvPr id="8195" name="Rectangle 6"/>
          <p:cNvSpPr>
            <a:spLocks noGrp="1" noChangeArrowheads="1"/>
          </p:cNvSpPr>
          <p:nvPr>
            <p:ph idx="4294967295"/>
          </p:nvPr>
        </p:nvSpPr>
        <p:spPr>
          <a:xfrm>
            <a:off x="0" y="1141413"/>
            <a:ext cx="5283200" cy="1760537"/>
          </a:xfrm>
        </p:spPr>
        <p:txBody>
          <a:bodyPr/>
          <a:lstStyle/>
          <a:p>
            <a:pPr>
              <a:buFont typeface="Arial" panose="020B0604020202020204" pitchFamily="34" charset="0"/>
              <a:buChar char="•"/>
            </a:pPr>
            <a:r>
              <a:rPr lang="en-US" sz="2135" dirty="0"/>
              <a:t>Devices use agreed-upon protocols to communicate</a:t>
            </a:r>
            <a:r>
              <a:rPr lang="en-US" altLang="ja-JP" sz="2135" dirty="0"/>
              <a:t> .</a:t>
            </a:r>
          </a:p>
          <a:p>
            <a:pPr>
              <a:buFont typeface="Arial" panose="020B0604020202020204" pitchFamily="34" charset="0"/>
              <a:buChar char="•"/>
            </a:pPr>
            <a:r>
              <a:rPr lang="en-US" altLang="ja-JP" sz="2135" dirty="0"/>
              <a:t>Protocols  may have one or functions.</a:t>
            </a:r>
          </a:p>
        </p:txBody>
      </p:sp>
      <p:graphicFrame>
        <p:nvGraphicFramePr>
          <p:cNvPr id="2" name="Table 1"/>
          <p:cNvGraphicFramePr>
            <a:graphicFrameLocks noGrp="1"/>
          </p:cNvGraphicFramePr>
          <p:nvPr>
            <p:extLst>
              <p:ext uri="{D42A27DB-BD31-4B8C-83A1-F6EECF244321}">
                <p14:modId xmlns:p14="http://schemas.microsoft.com/office/powerpoint/2010/main" val="190624941"/>
              </p:ext>
            </p:extLst>
          </p:nvPr>
        </p:nvGraphicFramePr>
        <p:xfrm>
          <a:off x="0" y="3224881"/>
          <a:ext cx="12019280" cy="3779520"/>
        </p:xfrm>
        <a:graphic>
          <a:graphicData uri="http://schemas.openxmlformats.org/drawingml/2006/table">
            <a:tbl>
              <a:tblPr firstRow="1" bandRow="1">
                <a:tableStyleId>{5C22544A-7EE6-4342-B048-85BDC9FD1C3A}</a:tableStyleId>
              </a:tblPr>
              <a:tblGrid>
                <a:gridCol w="3398354">
                  <a:extLst>
                    <a:ext uri="{9D8B030D-6E8A-4147-A177-3AD203B41FA5}">
                      <a16:colId xmlns:a16="http://schemas.microsoft.com/office/drawing/2014/main" val="20000"/>
                    </a:ext>
                  </a:extLst>
                </a:gridCol>
                <a:gridCol w="8620926">
                  <a:extLst>
                    <a:ext uri="{9D8B030D-6E8A-4147-A177-3AD203B41FA5}">
                      <a16:colId xmlns:a16="http://schemas.microsoft.com/office/drawing/2014/main" val="20001"/>
                    </a:ext>
                  </a:extLst>
                </a:gridCol>
              </a:tblGrid>
              <a:tr h="487680">
                <a:tc>
                  <a:txBody>
                    <a:bodyPr/>
                    <a:lstStyle/>
                    <a:p>
                      <a:r>
                        <a:rPr lang="en-US" sz="2400" dirty="0"/>
                        <a:t>Function</a:t>
                      </a:r>
                    </a:p>
                  </a:txBody>
                  <a:tcPr marL="121920" marR="121920" marT="60960" marB="60960"/>
                </a:tc>
                <a:tc>
                  <a:txBody>
                    <a:bodyPr/>
                    <a:lstStyle/>
                    <a:p>
                      <a:r>
                        <a:rPr lang="en-US" sz="2400" dirty="0"/>
                        <a:t>Description</a:t>
                      </a:r>
                    </a:p>
                  </a:txBody>
                  <a:tcPr marL="121920" marR="121920" marT="60960" marB="60960"/>
                </a:tc>
                <a:extLst>
                  <a:ext uri="{0D108BD9-81ED-4DB2-BD59-A6C34878D82A}">
                    <a16:rowId xmlns:a16="http://schemas.microsoft.com/office/drawing/2014/main" val="10000"/>
                  </a:ext>
                </a:extLst>
              </a:tr>
              <a:tr h="487680">
                <a:tc>
                  <a:txBody>
                    <a:bodyPr/>
                    <a:lstStyle/>
                    <a:p>
                      <a:r>
                        <a:rPr lang="en-US" sz="2400" dirty="0"/>
                        <a:t>Addressing</a:t>
                      </a:r>
                    </a:p>
                  </a:txBody>
                  <a:tcPr marL="121920" marR="121920" marT="60960" marB="60960"/>
                </a:tc>
                <a:tc>
                  <a:txBody>
                    <a:bodyPr/>
                    <a:lstStyle/>
                    <a:p>
                      <a:r>
                        <a:rPr lang="en-US" sz="2400" dirty="0"/>
                        <a:t>Identifies</a:t>
                      </a:r>
                      <a:r>
                        <a:rPr lang="en-US" sz="2400" baseline="0" dirty="0"/>
                        <a:t> sender and receiver</a:t>
                      </a:r>
                      <a:endParaRPr lang="en-US" sz="2400" dirty="0"/>
                    </a:p>
                  </a:txBody>
                  <a:tcPr marL="121920" marR="121920" marT="60960" marB="60960"/>
                </a:tc>
                <a:extLst>
                  <a:ext uri="{0D108BD9-81ED-4DB2-BD59-A6C34878D82A}">
                    <a16:rowId xmlns:a16="http://schemas.microsoft.com/office/drawing/2014/main" val="10001"/>
                  </a:ext>
                </a:extLst>
              </a:tr>
              <a:tr h="487680">
                <a:tc>
                  <a:txBody>
                    <a:bodyPr/>
                    <a:lstStyle/>
                    <a:p>
                      <a:r>
                        <a:rPr lang="en-US" sz="2400" dirty="0"/>
                        <a:t>Reliability</a:t>
                      </a:r>
                    </a:p>
                  </a:txBody>
                  <a:tcPr marL="121920" marR="121920" marT="60960" marB="60960"/>
                </a:tc>
                <a:tc>
                  <a:txBody>
                    <a:bodyPr/>
                    <a:lstStyle/>
                    <a:p>
                      <a:r>
                        <a:rPr lang="en-US" sz="2400" dirty="0"/>
                        <a:t>Provides guaranteed delivery</a:t>
                      </a:r>
                    </a:p>
                  </a:txBody>
                  <a:tcPr marL="121920" marR="121920" marT="60960" marB="60960"/>
                </a:tc>
                <a:extLst>
                  <a:ext uri="{0D108BD9-81ED-4DB2-BD59-A6C34878D82A}">
                    <a16:rowId xmlns:a16="http://schemas.microsoft.com/office/drawing/2014/main" val="10002"/>
                  </a:ext>
                </a:extLst>
              </a:tr>
              <a:tr h="487680">
                <a:tc>
                  <a:txBody>
                    <a:bodyPr/>
                    <a:lstStyle/>
                    <a:p>
                      <a:r>
                        <a:rPr lang="en-US" sz="2400" dirty="0"/>
                        <a:t>Flow Control</a:t>
                      </a:r>
                    </a:p>
                  </a:txBody>
                  <a:tcPr marL="121920" marR="121920" marT="60960" marB="60960"/>
                </a:tc>
                <a:tc>
                  <a:txBody>
                    <a:bodyPr/>
                    <a:lstStyle/>
                    <a:p>
                      <a:r>
                        <a:rPr lang="en-US" sz="2400" dirty="0"/>
                        <a:t>Ensures data flows at an efficient</a:t>
                      </a:r>
                      <a:r>
                        <a:rPr lang="en-US" sz="2400" baseline="0" dirty="0"/>
                        <a:t> rate</a:t>
                      </a:r>
                      <a:endParaRPr lang="en-US" sz="2400" dirty="0"/>
                    </a:p>
                  </a:txBody>
                  <a:tcPr marL="121920" marR="121920" marT="60960" marB="60960"/>
                </a:tc>
                <a:extLst>
                  <a:ext uri="{0D108BD9-81ED-4DB2-BD59-A6C34878D82A}">
                    <a16:rowId xmlns:a16="http://schemas.microsoft.com/office/drawing/2014/main" val="10003"/>
                  </a:ext>
                </a:extLst>
              </a:tr>
              <a:tr h="487680">
                <a:tc>
                  <a:txBody>
                    <a:bodyPr/>
                    <a:lstStyle/>
                    <a:p>
                      <a:r>
                        <a:rPr lang="en-US" sz="2400" dirty="0"/>
                        <a:t>Sequencing</a:t>
                      </a:r>
                    </a:p>
                  </a:txBody>
                  <a:tcPr marL="121920" marR="121920" marT="60960" marB="60960"/>
                </a:tc>
                <a:tc>
                  <a:txBody>
                    <a:bodyPr/>
                    <a:lstStyle/>
                    <a:p>
                      <a:r>
                        <a:rPr lang="en-US" sz="2400" dirty="0"/>
                        <a:t>Uniquely labels each transmitted segment of data</a:t>
                      </a:r>
                    </a:p>
                  </a:txBody>
                  <a:tcPr marL="121920" marR="121920" marT="60960" marB="60960"/>
                </a:tc>
                <a:extLst>
                  <a:ext uri="{0D108BD9-81ED-4DB2-BD59-A6C34878D82A}">
                    <a16:rowId xmlns:a16="http://schemas.microsoft.com/office/drawing/2014/main" val="10004"/>
                  </a:ext>
                </a:extLst>
              </a:tr>
              <a:tr h="487680">
                <a:tc>
                  <a:txBody>
                    <a:bodyPr/>
                    <a:lstStyle/>
                    <a:p>
                      <a:r>
                        <a:rPr lang="en-US" sz="2400" dirty="0"/>
                        <a:t>Error Detection</a:t>
                      </a:r>
                    </a:p>
                  </a:txBody>
                  <a:tcPr marL="121920" marR="121920" marT="60960" marB="60960"/>
                </a:tc>
                <a:tc>
                  <a:txBody>
                    <a:bodyPr/>
                    <a:lstStyle/>
                    <a:p>
                      <a:r>
                        <a:rPr lang="en-US" sz="2400" dirty="0"/>
                        <a:t>Determines if data became corrupted during transmission</a:t>
                      </a:r>
                    </a:p>
                  </a:txBody>
                  <a:tcPr marL="121920" marR="121920" marT="60960" marB="60960"/>
                </a:tc>
                <a:extLst>
                  <a:ext uri="{0D108BD9-81ED-4DB2-BD59-A6C34878D82A}">
                    <a16:rowId xmlns:a16="http://schemas.microsoft.com/office/drawing/2014/main" val="10005"/>
                  </a:ext>
                </a:extLst>
              </a:tr>
              <a:tr h="737519">
                <a:tc>
                  <a:txBody>
                    <a:bodyPr/>
                    <a:lstStyle/>
                    <a:p>
                      <a:r>
                        <a:rPr lang="en-US" sz="2400" dirty="0"/>
                        <a:t>Application Interface</a:t>
                      </a:r>
                    </a:p>
                  </a:txBody>
                  <a:tcPr marL="121920" marR="121920" marT="60960" marB="60960"/>
                </a:tc>
                <a:tc>
                  <a:txBody>
                    <a:bodyPr/>
                    <a:lstStyle/>
                    <a:p>
                      <a:r>
                        <a:rPr lang="en-US" sz="2400" dirty="0"/>
                        <a:t>Process-to-process communications between network applications</a:t>
                      </a:r>
                    </a:p>
                  </a:txBody>
                  <a:tcPr marL="121920" marR="121920" marT="60960" marB="60960"/>
                </a:tc>
                <a:extLst>
                  <a:ext uri="{0D108BD9-81ED-4DB2-BD59-A6C34878D82A}">
                    <a16:rowId xmlns:a16="http://schemas.microsoft.com/office/drawing/2014/main" val="10006"/>
                  </a:ext>
                </a:extLst>
              </a:tr>
            </a:tbl>
          </a:graphicData>
        </a:graphic>
      </p:graphicFrame>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18498" y="674797"/>
            <a:ext cx="5879422" cy="25500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ustDataLst>
      <p:tags r:id="rId1"/>
    </p:custData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idx="4294967295"/>
          </p:nvPr>
        </p:nvSpPr>
        <p:spPr>
          <a:xfrm>
            <a:off x="0" y="55563"/>
            <a:ext cx="6251575" cy="1106487"/>
          </a:xfrm>
        </p:spPr>
        <p:txBody>
          <a:bodyPr>
            <a:normAutofit fontScale="90000"/>
          </a:bodyPr>
          <a:lstStyle/>
          <a:p>
            <a:r>
              <a:rPr lang="en-US" altLang="en-US" dirty="0"/>
              <a:t>Protocol Interaction</a:t>
            </a:r>
          </a:p>
        </p:txBody>
      </p:sp>
      <p:sp>
        <p:nvSpPr>
          <p:cNvPr id="8195" name="Rectangle 6"/>
          <p:cNvSpPr>
            <a:spLocks noGrp="1" noChangeArrowheads="1"/>
          </p:cNvSpPr>
          <p:nvPr>
            <p:ph idx="4294967295"/>
          </p:nvPr>
        </p:nvSpPr>
        <p:spPr>
          <a:xfrm>
            <a:off x="0" y="1316038"/>
            <a:ext cx="6096000" cy="1320800"/>
          </a:xfrm>
        </p:spPr>
        <p:txBody>
          <a:bodyPr/>
          <a:lstStyle/>
          <a:p>
            <a:pPr>
              <a:buFont typeface="Arial" panose="020B0604020202020204" pitchFamily="34" charset="0"/>
              <a:buChar char="•"/>
            </a:pPr>
            <a:r>
              <a:rPr lang="en-US" sz="2135" dirty="0"/>
              <a:t>Networks require the use of several protocols.</a:t>
            </a:r>
            <a:endParaRPr lang="en-US" altLang="ja-JP" dirty="0"/>
          </a:p>
          <a:p>
            <a:pPr>
              <a:buFont typeface="Arial" panose="020B0604020202020204" pitchFamily="34" charset="0"/>
              <a:buChar char="•"/>
            </a:pPr>
            <a:r>
              <a:rPr lang="en-US" altLang="ja-JP" sz="2135" dirty="0"/>
              <a:t>Each protocol has its own function and format.</a:t>
            </a:r>
          </a:p>
          <a:p>
            <a:pPr marL="0" indent="0">
              <a:buNone/>
            </a:pPr>
            <a:endParaRPr lang="en-US" altLang="ja-JP" dirty="0"/>
          </a:p>
        </p:txBody>
      </p:sp>
      <p:graphicFrame>
        <p:nvGraphicFramePr>
          <p:cNvPr id="2" name="Table 1"/>
          <p:cNvGraphicFramePr>
            <a:graphicFrameLocks noGrp="1"/>
          </p:cNvGraphicFramePr>
          <p:nvPr>
            <p:extLst>
              <p:ext uri="{D42A27DB-BD31-4B8C-83A1-F6EECF244321}">
                <p14:modId xmlns:p14="http://schemas.microsoft.com/office/powerpoint/2010/main" val="1252355160"/>
              </p:ext>
            </p:extLst>
          </p:nvPr>
        </p:nvGraphicFramePr>
        <p:xfrm>
          <a:off x="294823" y="2225040"/>
          <a:ext cx="11089215" cy="4632960"/>
        </p:xfrm>
        <a:graphic>
          <a:graphicData uri="http://schemas.openxmlformats.org/drawingml/2006/table">
            <a:tbl>
              <a:tblPr firstRow="1" bandRow="1">
                <a:tableStyleId>{5C22544A-7EE6-4342-B048-85BDC9FD1C3A}</a:tableStyleId>
              </a:tblPr>
              <a:tblGrid>
                <a:gridCol w="2787044">
                  <a:extLst>
                    <a:ext uri="{9D8B030D-6E8A-4147-A177-3AD203B41FA5}">
                      <a16:colId xmlns:a16="http://schemas.microsoft.com/office/drawing/2014/main" val="20000"/>
                    </a:ext>
                  </a:extLst>
                </a:gridCol>
                <a:gridCol w="8302171">
                  <a:extLst>
                    <a:ext uri="{9D8B030D-6E8A-4147-A177-3AD203B41FA5}">
                      <a16:colId xmlns:a16="http://schemas.microsoft.com/office/drawing/2014/main" val="20001"/>
                    </a:ext>
                  </a:extLst>
                </a:gridCol>
              </a:tblGrid>
              <a:tr h="487680">
                <a:tc>
                  <a:txBody>
                    <a:bodyPr/>
                    <a:lstStyle/>
                    <a:p>
                      <a:r>
                        <a:rPr lang="en-US" sz="2400" dirty="0"/>
                        <a:t>Protocol</a:t>
                      </a:r>
                    </a:p>
                  </a:txBody>
                  <a:tcPr marL="121920" marR="121920" marT="60960" marB="60960"/>
                </a:tc>
                <a:tc>
                  <a:txBody>
                    <a:bodyPr/>
                    <a:lstStyle/>
                    <a:p>
                      <a:r>
                        <a:rPr lang="en-US" sz="2400" dirty="0"/>
                        <a:t>Function</a:t>
                      </a:r>
                    </a:p>
                  </a:txBody>
                  <a:tcPr marL="121920" marR="121920" marT="60960" marB="60960"/>
                </a:tc>
                <a:extLst>
                  <a:ext uri="{0D108BD9-81ED-4DB2-BD59-A6C34878D82A}">
                    <a16:rowId xmlns:a16="http://schemas.microsoft.com/office/drawing/2014/main" val="10000"/>
                  </a:ext>
                </a:extLst>
              </a:tr>
              <a:tr h="853440">
                <a:tc>
                  <a:txBody>
                    <a:bodyPr/>
                    <a:lstStyle/>
                    <a:p>
                      <a:r>
                        <a:rPr lang="en-US" sz="2400" b="1" dirty="0"/>
                        <a:t>Hypertext Transfer Protocol (HTTP)</a:t>
                      </a:r>
                      <a:endParaRPr lang="en-US" sz="2400" dirty="0"/>
                    </a:p>
                  </a:txBody>
                  <a:tcPr marL="121920" marR="121920" marT="60960" marB="60960"/>
                </a:tc>
                <a:tc>
                  <a:txBody>
                    <a:bodyPr/>
                    <a:lstStyle/>
                    <a:p>
                      <a:pPr marL="285750" indent="-285750">
                        <a:buFont typeface="Wingdings" panose="05000000000000000000" pitchFamily="2" charset="2"/>
                        <a:buChar char="§"/>
                      </a:pPr>
                      <a:r>
                        <a:rPr lang="en-US" sz="2400" dirty="0"/>
                        <a:t>Governs the way a web server and a web client interact</a:t>
                      </a:r>
                    </a:p>
                    <a:p>
                      <a:pPr marL="285750" indent="-285750">
                        <a:buFont typeface="Wingdings" panose="05000000000000000000" pitchFamily="2" charset="2"/>
                        <a:buChar char="§"/>
                      </a:pPr>
                      <a:r>
                        <a:rPr lang="en-US" sz="2400" dirty="0"/>
                        <a:t>Defines content and format</a:t>
                      </a:r>
                    </a:p>
                  </a:txBody>
                  <a:tcPr marL="121920" marR="121920" marT="60960" marB="60960"/>
                </a:tc>
                <a:extLst>
                  <a:ext uri="{0D108BD9-81ED-4DB2-BD59-A6C34878D82A}">
                    <a16:rowId xmlns:a16="http://schemas.microsoft.com/office/drawing/2014/main" val="10001"/>
                  </a:ext>
                </a:extLst>
              </a:tr>
              <a:tr h="1219200">
                <a:tc>
                  <a:txBody>
                    <a:bodyPr/>
                    <a:lstStyle/>
                    <a:p>
                      <a:r>
                        <a:rPr lang="en-US" sz="2400" b="1" dirty="0"/>
                        <a:t>Transmission Control Protocol (TCP)</a:t>
                      </a:r>
                      <a:endParaRPr lang="en-US" sz="2400" dirty="0"/>
                    </a:p>
                  </a:txBody>
                  <a:tcPr marL="121920" marR="121920" marT="60960" marB="60960"/>
                </a:tc>
                <a:tc>
                  <a:txBody>
                    <a:bodyPr/>
                    <a:lstStyle/>
                    <a:p>
                      <a:pPr marL="285750" indent="-285750">
                        <a:buFont typeface="Wingdings" panose="05000000000000000000" pitchFamily="2" charset="2"/>
                        <a:buChar char="§"/>
                      </a:pPr>
                      <a:r>
                        <a:rPr lang="en-US" sz="2400" dirty="0"/>
                        <a:t>Manages the individual conversations</a:t>
                      </a:r>
                    </a:p>
                    <a:p>
                      <a:pPr marL="285750" indent="-285750">
                        <a:buFont typeface="Wingdings" panose="05000000000000000000" pitchFamily="2" charset="2"/>
                        <a:buChar char="§"/>
                      </a:pPr>
                      <a:r>
                        <a:rPr lang="en-US" sz="2400" dirty="0"/>
                        <a:t>Provides guaranteed delivery</a:t>
                      </a:r>
                    </a:p>
                    <a:p>
                      <a:pPr marL="285750" indent="-285750">
                        <a:buFont typeface="Wingdings" panose="05000000000000000000" pitchFamily="2" charset="2"/>
                        <a:buChar char="§"/>
                      </a:pPr>
                      <a:r>
                        <a:rPr lang="en-US" sz="2400" dirty="0"/>
                        <a:t>Manages flow control</a:t>
                      </a:r>
                    </a:p>
                  </a:txBody>
                  <a:tcPr marL="121920" marR="121920" marT="60960" marB="60960"/>
                </a:tc>
                <a:extLst>
                  <a:ext uri="{0D108BD9-81ED-4DB2-BD59-A6C34878D82A}">
                    <a16:rowId xmlns:a16="http://schemas.microsoft.com/office/drawing/2014/main" val="10002"/>
                  </a:ext>
                </a:extLst>
              </a:tr>
              <a:tr h="853440">
                <a:tc>
                  <a:txBody>
                    <a:bodyPr/>
                    <a:lstStyle/>
                    <a:p>
                      <a:r>
                        <a:rPr lang="en-US" sz="2400" b="1" dirty="0"/>
                        <a:t>Internet Protocol (IP)</a:t>
                      </a:r>
                      <a:endParaRPr lang="en-US" sz="2400" dirty="0"/>
                    </a:p>
                  </a:txBody>
                  <a:tcPr marL="121920" marR="121920" marT="60960" marB="60960"/>
                </a:tc>
                <a:tc>
                  <a:txBody>
                    <a:bodyPr/>
                    <a:lstStyle/>
                    <a:p>
                      <a:r>
                        <a:rPr lang="en-US" sz="2400" dirty="0"/>
                        <a:t>Delivers messages globally from the sender to the receiver</a:t>
                      </a:r>
                    </a:p>
                  </a:txBody>
                  <a:tcPr marL="121920" marR="121920" marT="60960" marB="60960"/>
                </a:tc>
                <a:extLst>
                  <a:ext uri="{0D108BD9-81ED-4DB2-BD59-A6C34878D82A}">
                    <a16:rowId xmlns:a16="http://schemas.microsoft.com/office/drawing/2014/main" val="10003"/>
                  </a:ext>
                </a:extLst>
              </a:tr>
              <a:tr h="853440">
                <a:tc>
                  <a:txBody>
                    <a:bodyPr/>
                    <a:lstStyle/>
                    <a:p>
                      <a:r>
                        <a:rPr lang="en-US" sz="2400" b="1" dirty="0"/>
                        <a:t>Ethernet</a:t>
                      </a:r>
                      <a:endParaRPr lang="en-US" sz="2400" dirty="0"/>
                    </a:p>
                  </a:txBody>
                  <a:tcPr marL="121920" marR="121920" marT="60960" marB="60960"/>
                </a:tc>
                <a:tc>
                  <a:txBody>
                    <a:bodyPr/>
                    <a:lstStyle/>
                    <a:p>
                      <a:r>
                        <a:rPr lang="en-US" sz="2400" dirty="0"/>
                        <a:t>Delivers messages from one NIC to another NIC on the same Ethernet Local Area Network (LAN)</a:t>
                      </a:r>
                    </a:p>
                  </a:txBody>
                  <a:tcPr marL="121920" marR="121920" marT="60960" marB="60960"/>
                </a:tc>
                <a:extLst>
                  <a:ext uri="{0D108BD9-81ED-4DB2-BD59-A6C34878D82A}">
                    <a16:rowId xmlns:a16="http://schemas.microsoft.com/office/drawing/2014/main" val="10004"/>
                  </a:ext>
                </a:extLst>
              </a:tr>
            </a:tbl>
          </a:graphicData>
        </a:graphic>
      </p:graphicFrame>
      <p:pic>
        <p:nvPicPr>
          <p:cNvPr id="30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00335" y="1"/>
            <a:ext cx="4483703" cy="26368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ustDataLst>
      <p:tags r:id="rId1"/>
    </p:custData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idx="4294967295"/>
          </p:nvPr>
        </p:nvSpPr>
        <p:spPr>
          <a:xfrm>
            <a:off x="0" y="704850"/>
            <a:ext cx="10972800" cy="1143000"/>
          </a:xfrm>
        </p:spPr>
        <p:txBody>
          <a:bodyPr/>
          <a:lstStyle/>
          <a:p>
            <a:r>
              <a:rPr lang="en-US" altLang="en-US" b="1" dirty="0"/>
              <a:t>Network Protocol Suites</a:t>
            </a:r>
            <a:endParaRPr lang="en-CA" altLang="en-US" b="1" dirty="0"/>
          </a:p>
        </p:txBody>
      </p:sp>
      <p:sp>
        <p:nvSpPr>
          <p:cNvPr id="13315" name="Content Placeholder 2"/>
          <p:cNvSpPr>
            <a:spLocks noGrp="1"/>
          </p:cNvSpPr>
          <p:nvPr>
            <p:ph idx="4294967295"/>
          </p:nvPr>
        </p:nvSpPr>
        <p:spPr>
          <a:xfrm>
            <a:off x="0" y="2201863"/>
            <a:ext cx="6543040" cy="5103812"/>
          </a:xfrm>
        </p:spPr>
        <p:txBody>
          <a:bodyPr/>
          <a:lstStyle/>
          <a:p>
            <a:pPr marL="0" indent="0">
              <a:buNone/>
            </a:pPr>
            <a:r>
              <a:rPr lang="en-US" sz="2135" dirty="0"/>
              <a:t>Protocols must be able to work with other protocols.</a:t>
            </a:r>
          </a:p>
          <a:p>
            <a:pPr marL="0" indent="0">
              <a:buNone/>
            </a:pPr>
            <a:r>
              <a:rPr lang="en-US" sz="2135" dirty="0"/>
              <a:t>Protocol suite:</a:t>
            </a:r>
          </a:p>
          <a:p>
            <a:pPr lvl="1"/>
            <a:r>
              <a:rPr lang="en-US" sz="2135" dirty="0"/>
              <a:t>A group of inter-related protocols necessary to perform a communication function</a:t>
            </a:r>
          </a:p>
          <a:p>
            <a:pPr lvl="1"/>
            <a:r>
              <a:rPr lang="en-US" sz="2135" dirty="0"/>
              <a:t>Sets of rules that work together to help solve a problem</a:t>
            </a:r>
          </a:p>
          <a:p>
            <a:pPr marL="0" indent="0">
              <a:buNone/>
            </a:pPr>
            <a:r>
              <a:rPr lang="en-US" sz="2135" dirty="0"/>
              <a:t>The protocols are viewed in terms of layers:</a:t>
            </a:r>
          </a:p>
          <a:p>
            <a:pPr lvl="1"/>
            <a:r>
              <a:rPr lang="en-US" sz="2135" dirty="0"/>
              <a:t>Higher Layers</a:t>
            </a:r>
          </a:p>
          <a:p>
            <a:pPr lvl="1"/>
            <a:r>
              <a:rPr lang="en-US" sz="2135" dirty="0"/>
              <a:t>Lower Layers- concerned with moving data and provide services to upper layers</a:t>
            </a:r>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43040" y="1847850"/>
            <a:ext cx="5758515" cy="366382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64F43FA-289D-EEE5-8218-3BC8023B19BC}"/>
              </a:ext>
            </a:extLst>
          </p:cNvPr>
          <p:cNvSpPr>
            <a:spLocks noGrp="1"/>
          </p:cNvSpPr>
          <p:nvPr>
            <p:ph type="ftr" sz="quarter" idx="11"/>
          </p:nvPr>
        </p:nvSpPr>
        <p:spPr/>
        <p:txBody>
          <a:bodyPr/>
          <a:lstStyle/>
          <a:p>
            <a:pPr defTabSz="609600"/>
            <a:r>
              <a:rPr lang="en-IN"/>
              <a:t>LABOR FOR THE FUTURE</a:t>
            </a:r>
            <a:endParaRPr lang="en-IN" dirty="0"/>
          </a:p>
        </p:txBody>
      </p:sp>
      <p:sp>
        <p:nvSpPr>
          <p:cNvPr id="4" name="TextBox 3">
            <a:extLst>
              <a:ext uri="{FF2B5EF4-FFF2-40B4-BE49-F238E27FC236}">
                <a16:creationId xmlns:a16="http://schemas.microsoft.com/office/drawing/2014/main" id="{C575DB0F-FA51-1807-1F98-D864A7A7DE22}"/>
              </a:ext>
            </a:extLst>
          </p:cNvPr>
          <p:cNvSpPr txBox="1"/>
          <p:nvPr/>
        </p:nvSpPr>
        <p:spPr>
          <a:xfrm>
            <a:off x="285877" y="768330"/>
            <a:ext cx="11887200" cy="2031325"/>
          </a:xfrm>
          <a:prstGeom prst="rect">
            <a:avLst/>
          </a:prstGeom>
          <a:noFill/>
        </p:spPr>
        <p:txBody>
          <a:bodyPr wrap="square">
            <a:spAutoFit/>
          </a:bodyPr>
          <a:lstStyle/>
          <a:p>
            <a:r>
              <a:rPr lang="en-US" dirty="0"/>
              <a:t>The primary difference between the </a:t>
            </a:r>
            <a:r>
              <a:rPr lang="en-US" b="1" dirty="0"/>
              <a:t>OSI model</a:t>
            </a:r>
            <a:r>
              <a:rPr lang="en-US" dirty="0"/>
              <a:t> and the </a:t>
            </a:r>
            <a:r>
              <a:rPr lang="en-US" b="1" dirty="0"/>
              <a:t>TCP/IP model</a:t>
            </a:r>
            <a:r>
              <a:rPr lang="en-US" dirty="0"/>
              <a:t> lies in their purpose and the number of layers they use. The OSI (Open Systems Interconnection) model is a conceptual framework with seven distinct layers used for teaching and troubleshooting. </a:t>
            </a:r>
          </a:p>
          <a:p>
            <a:endParaRPr lang="en-US" dirty="0"/>
          </a:p>
          <a:p>
            <a:r>
              <a:rPr lang="en-US" dirty="0"/>
              <a:t>The TCP/IP (Transmission Control Protocol/Internet Protocol) model is a four-layer, practical framework that was developed for and is used by the internet.</a:t>
            </a:r>
          </a:p>
          <a:p>
            <a:endParaRPr lang="en-RW" dirty="0"/>
          </a:p>
        </p:txBody>
      </p:sp>
      <p:sp>
        <p:nvSpPr>
          <p:cNvPr id="6" name="TextBox 5">
            <a:extLst>
              <a:ext uri="{FF2B5EF4-FFF2-40B4-BE49-F238E27FC236}">
                <a16:creationId xmlns:a16="http://schemas.microsoft.com/office/drawing/2014/main" id="{880F14E3-2A4E-6BE2-C681-3EC0009BE441}"/>
              </a:ext>
            </a:extLst>
          </p:cNvPr>
          <p:cNvSpPr txBox="1"/>
          <p:nvPr/>
        </p:nvSpPr>
        <p:spPr>
          <a:xfrm>
            <a:off x="2352040" y="183555"/>
            <a:ext cx="8681720" cy="584775"/>
          </a:xfrm>
          <a:prstGeom prst="rect">
            <a:avLst/>
          </a:prstGeom>
          <a:noFill/>
        </p:spPr>
        <p:txBody>
          <a:bodyPr wrap="square">
            <a:spAutoFit/>
          </a:bodyPr>
          <a:lstStyle/>
          <a:p>
            <a:r>
              <a:rPr lang="en-US" sz="3200" b="1" dirty="0"/>
              <a:t>OSI model</a:t>
            </a:r>
            <a:r>
              <a:rPr lang="en-US" sz="3200" dirty="0"/>
              <a:t> and the </a:t>
            </a:r>
            <a:r>
              <a:rPr lang="en-US" sz="3200" b="1" dirty="0"/>
              <a:t>TCP/IP model</a:t>
            </a:r>
            <a:r>
              <a:rPr lang="en-US" sz="3200" dirty="0"/>
              <a:t> </a:t>
            </a:r>
            <a:endParaRPr lang="en-RW" sz="3200" dirty="0"/>
          </a:p>
        </p:txBody>
      </p:sp>
      <p:graphicFrame>
        <p:nvGraphicFramePr>
          <p:cNvPr id="7" name="Table 6">
            <a:extLst>
              <a:ext uri="{FF2B5EF4-FFF2-40B4-BE49-F238E27FC236}">
                <a16:creationId xmlns:a16="http://schemas.microsoft.com/office/drawing/2014/main" id="{160CE992-EC9D-9C47-63F4-06522E3600EC}"/>
              </a:ext>
            </a:extLst>
          </p:cNvPr>
          <p:cNvGraphicFramePr>
            <a:graphicFrameLocks noGrp="1"/>
          </p:cNvGraphicFramePr>
          <p:nvPr>
            <p:extLst>
              <p:ext uri="{D42A27DB-BD31-4B8C-83A1-F6EECF244321}">
                <p14:modId xmlns:p14="http://schemas.microsoft.com/office/powerpoint/2010/main" val="3575186264"/>
              </p:ext>
            </p:extLst>
          </p:nvPr>
        </p:nvGraphicFramePr>
        <p:xfrm>
          <a:off x="182526" y="2554923"/>
          <a:ext cx="11887200" cy="4419901"/>
        </p:xfrm>
        <a:graphic>
          <a:graphicData uri="http://schemas.openxmlformats.org/drawingml/2006/table">
            <a:tbl>
              <a:tblPr/>
              <a:tblGrid>
                <a:gridCol w="3962400">
                  <a:extLst>
                    <a:ext uri="{9D8B030D-6E8A-4147-A177-3AD203B41FA5}">
                      <a16:colId xmlns:a16="http://schemas.microsoft.com/office/drawing/2014/main" val="2202391325"/>
                    </a:ext>
                  </a:extLst>
                </a:gridCol>
                <a:gridCol w="3962400">
                  <a:extLst>
                    <a:ext uri="{9D8B030D-6E8A-4147-A177-3AD203B41FA5}">
                      <a16:colId xmlns:a16="http://schemas.microsoft.com/office/drawing/2014/main" val="2921862226"/>
                    </a:ext>
                  </a:extLst>
                </a:gridCol>
                <a:gridCol w="3962400">
                  <a:extLst>
                    <a:ext uri="{9D8B030D-6E8A-4147-A177-3AD203B41FA5}">
                      <a16:colId xmlns:a16="http://schemas.microsoft.com/office/drawing/2014/main" val="1689304637"/>
                    </a:ext>
                  </a:extLst>
                </a:gridCol>
              </a:tblGrid>
              <a:tr h="325143">
                <a:tc>
                  <a:txBody>
                    <a:bodyPr/>
                    <a:lstStyle/>
                    <a:p>
                      <a:pPr>
                        <a:buNone/>
                      </a:pPr>
                      <a:r>
                        <a:rPr lang="en-US" sz="1800"/>
                        <a:t>Feature</a:t>
                      </a:r>
                    </a:p>
                  </a:txBody>
                  <a:tcPr marL="81286" marR="81286" marT="40643" marB="40643" anchor="ctr">
                    <a:lnL>
                      <a:noFill/>
                    </a:lnL>
                    <a:lnR>
                      <a:noFill/>
                    </a:lnR>
                    <a:lnT>
                      <a:noFill/>
                    </a:lnT>
                    <a:lnB>
                      <a:noFill/>
                    </a:lnB>
                    <a:noFill/>
                  </a:tcPr>
                </a:tc>
                <a:tc>
                  <a:txBody>
                    <a:bodyPr/>
                    <a:lstStyle/>
                    <a:p>
                      <a:pPr>
                        <a:buNone/>
                      </a:pPr>
                      <a:r>
                        <a:rPr lang="en-US" sz="1800"/>
                        <a:t>OSI Model</a:t>
                      </a:r>
                    </a:p>
                  </a:txBody>
                  <a:tcPr marL="81286" marR="81286" marT="40643" marB="40643" anchor="ctr">
                    <a:lnL>
                      <a:noFill/>
                    </a:lnL>
                    <a:lnR>
                      <a:noFill/>
                    </a:lnR>
                    <a:lnT>
                      <a:noFill/>
                    </a:lnT>
                    <a:lnB>
                      <a:noFill/>
                    </a:lnB>
                    <a:noFill/>
                  </a:tcPr>
                </a:tc>
                <a:tc>
                  <a:txBody>
                    <a:bodyPr/>
                    <a:lstStyle/>
                    <a:p>
                      <a:pPr>
                        <a:buNone/>
                      </a:pPr>
                      <a:r>
                        <a:rPr lang="en-US" sz="1800" dirty="0"/>
                        <a:t>TCP/IP Model</a:t>
                      </a:r>
                    </a:p>
                  </a:txBody>
                  <a:tcPr marL="81286" marR="81286" marT="40643" marB="40643" anchor="ctr">
                    <a:lnL>
                      <a:noFill/>
                    </a:lnL>
                    <a:lnR>
                      <a:noFill/>
                    </a:lnR>
                    <a:lnT>
                      <a:noFill/>
                    </a:lnT>
                    <a:lnB>
                      <a:noFill/>
                    </a:lnB>
                    <a:noFill/>
                  </a:tcPr>
                </a:tc>
                <a:extLst>
                  <a:ext uri="{0D108BD9-81ED-4DB2-BD59-A6C34878D82A}">
                    <a16:rowId xmlns:a16="http://schemas.microsoft.com/office/drawing/2014/main" val="4198987206"/>
                  </a:ext>
                </a:extLst>
              </a:tr>
              <a:tr h="812859">
                <a:tc>
                  <a:txBody>
                    <a:bodyPr/>
                    <a:lstStyle/>
                    <a:p>
                      <a:pPr>
                        <a:buNone/>
                      </a:pPr>
                      <a:r>
                        <a:rPr lang="en-US" sz="1600" b="1"/>
                        <a:t>Layers</a:t>
                      </a:r>
                      <a:endParaRPr lang="en-US" sz="1600"/>
                    </a:p>
                  </a:txBody>
                  <a:tcPr marL="81286" marR="81286" marT="40643" marB="40643" anchor="ctr">
                    <a:lnL>
                      <a:noFill/>
                    </a:lnL>
                    <a:lnR>
                      <a:noFill/>
                    </a:lnR>
                    <a:lnT>
                      <a:noFill/>
                    </a:lnT>
                    <a:lnB>
                      <a:noFill/>
                    </a:lnB>
                    <a:noFill/>
                  </a:tcPr>
                </a:tc>
                <a:tc>
                  <a:txBody>
                    <a:bodyPr/>
                    <a:lstStyle/>
                    <a:p>
                      <a:pPr>
                        <a:buNone/>
                      </a:pPr>
                      <a:r>
                        <a:rPr lang="en-US" sz="1600" b="1"/>
                        <a:t>7</a:t>
                      </a:r>
                      <a:r>
                        <a:rPr lang="en-US" sz="1600"/>
                        <a:t> (Application, Presentation, Session, Transport, Network, Data Link, Physical)</a:t>
                      </a:r>
                    </a:p>
                  </a:txBody>
                  <a:tcPr marL="81286" marR="81286" marT="40643" marB="40643" anchor="ctr">
                    <a:lnL>
                      <a:noFill/>
                    </a:lnL>
                    <a:lnR>
                      <a:noFill/>
                    </a:lnR>
                    <a:lnT>
                      <a:noFill/>
                    </a:lnT>
                    <a:lnB>
                      <a:noFill/>
                    </a:lnB>
                    <a:noFill/>
                  </a:tcPr>
                </a:tc>
                <a:tc>
                  <a:txBody>
                    <a:bodyPr/>
                    <a:lstStyle/>
                    <a:p>
                      <a:pPr>
                        <a:buNone/>
                      </a:pPr>
                      <a:r>
                        <a:rPr lang="en-US" sz="1600" b="1"/>
                        <a:t>4</a:t>
                      </a:r>
                      <a:r>
                        <a:rPr lang="en-US" sz="1600"/>
                        <a:t> (Application, Transport, Internet, Network Access)</a:t>
                      </a:r>
                    </a:p>
                  </a:txBody>
                  <a:tcPr marL="81286" marR="81286" marT="40643" marB="40643" anchor="ctr">
                    <a:lnL>
                      <a:noFill/>
                    </a:lnL>
                    <a:lnR>
                      <a:noFill/>
                    </a:lnR>
                    <a:lnT>
                      <a:noFill/>
                    </a:lnT>
                    <a:lnB>
                      <a:noFill/>
                    </a:lnB>
                    <a:noFill/>
                  </a:tcPr>
                </a:tc>
                <a:extLst>
                  <a:ext uri="{0D108BD9-81ED-4DB2-BD59-A6C34878D82A}">
                    <a16:rowId xmlns:a16="http://schemas.microsoft.com/office/drawing/2014/main" val="3517187699"/>
                  </a:ext>
                </a:extLst>
              </a:tr>
              <a:tr h="812859">
                <a:tc>
                  <a:txBody>
                    <a:bodyPr/>
                    <a:lstStyle/>
                    <a:p>
                      <a:pPr>
                        <a:buNone/>
                      </a:pPr>
                      <a:r>
                        <a:rPr lang="en-US" sz="1600" b="1"/>
                        <a:t>Purpose</a:t>
                      </a:r>
                      <a:endParaRPr lang="en-US" sz="1600"/>
                    </a:p>
                  </a:txBody>
                  <a:tcPr marL="81286" marR="81286" marT="40643" marB="40643" anchor="ctr">
                    <a:lnL>
                      <a:noFill/>
                    </a:lnL>
                    <a:lnR>
                      <a:noFill/>
                    </a:lnR>
                    <a:lnT>
                      <a:noFill/>
                    </a:lnT>
                    <a:lnB>
                      <a:noFill/>
                    </a:lnB>
                    <a:noFill/>
                  </a:tcPr>
                </a:tc>
                <a:tc>
                  <a:txBody>
                    <a:bodyPr/>
                    <a:lstStyle/>
                    <a:p>
                      <a:pPr>
                        <a:buNone/>
                      </a:pPr>
                      <a:r>
                        <a:rPr lang="en-US" sz="1600"/>
                        <a:t>A </a:t>
                      </a:r>
                      <a:r>
                        <a:rPr lang="en-US" sz="1600" b="1"/>
                        <a:t>theoretical reference model</a:t>
                      </a:r>
                      <a:r>
                        <a:rPr lang="en-US" sz="1600"/>
                        <a:t> for understanding how networks work.</a:t>
                      </a:r>
                    </a:p>
                  </a:txBody>
                  <a:tcPr marL="81286" marR="81286" marT="40643" marB="40643" anchor="ctr">
                    <a:lnL>
                      <a:noFill/>
                    </a:lnL>
                    <a:lnR>
                      <a:noFill/>
                    </a:lnR>
                    <a:lnT>
                      <a:noFill/>
                    </a:lnT>
                    <a:lnB>
                      <a:noFill/>
                    </a:lnB>
                    <a:noFill/>
                  </a:tcPr>
                </a:tc>
                <a:tc>
                  <a:txBody>
                    <a:bodyPr/>
                    <a:lstStyle/>
                    <a:p>
                      <a:pPr>
                        <a:buNone/>
                      </a:pPr>
                      <a:r>
                        <a:rPr lang="en-US" sz="1600" dirty="0"/>
                        <a:t>A </a:t>
                      </a:r>
                      <a:r>
                        <a:rPr lang="en-US" sz="1600" b="1" dirty="0"/>
                        <a:t>practical model</a:t>
                      </a:r>
                      <a:r>
                        <a:rPr lang="en-US" sz="1600" dirty="0"/>
                        <a:t> used for real-world network implementation.</a:t>
                      </a:r>
                    </a:p>
                  </a:txBody>
                  <a:tcPr marL="81286" marR="81286" marT="40643" marB="40643" anchor="ctr">
                    <a:lnL>
                      <a:noFill/>
                    </a:lnL>
                    <a:lnR>
                      <a:noFill/>
                    </a:lnR>
                    <a:lnT>
                      <a:noFill/>
                    </a:lnT>
                    <a:lnB>
                      <a:noFill/>
                    </a:lnB>
                    <a:noFill/>
                  </a:tcPr>
                </a:tc>
                <a:extLst>
                  <a:ext uri="{0D108BD9-81ED-4DB2-BD59-A6C34878D82A}">
                    <a16:rowId xmlns:a16="http://schemas.microsoft.com/office/drawing/2014/main" val="1413018797"/>
                  </a:ext>
                </a:extLst>
              </a:tr>
              <a:tr h="812859">
                <a:tc>
                  <a:txBody>
                    <a:bodyPr/>
                    <a:lstStyle/>
                    <a:p>
                      <a:pPr>
                        <a:buNone/>
                      </a:pPr>
                      <a:r>
                        <a:rPr lang="en-US" sz="1600" b="1"/>
                        <a:t>Development</a:t>
                      </a:r>
                      <a:endParaRPr lang="en-US" sz="1600"/>
                    </a:p>
                  </a:txBody>
                  <a:tcPr marL="81286" marR="81286" marT="40643" marB="40643" anchor="ctr">
                    <a:lnL>
                      <a:noFill/>
                    </a:lnL>
                    <a:lnR>
                      <a:noFill/>
                    </a:lnR>
                    <a:lnT>
                      <a:noFill/>
                    </a:lnT>
                    <a:lnB>
                      <a:noFill/>
                    </a:lnB>
                    <a:noFill/>
                  </a:tcPr>
                </a:tc>
                <a:tc>
                  <a:txBody>
                    <a:bodyPr/>
                    <a:lstStyle/>
                    <a:p>
                      <a:pPr>
                        <a:buNone/>
                      </a:pPr>
                      <a:r>
                        <a:rPr lang="en-US" sz="1600"/>
                        <a:t>Developed by ISO as a formal standard before the internet was widely adopted.</a:t>
                      </a:r>
                    </a:p>
                  </a:txBody>
                  <a:tcPr marL="81286" marR="81286" marT="40643" marB="40643" anchor="ctr">
                    <a:lnL>
                      <a:noFill/>
                    </a:lnL>
                    <a:lnR>
                      <a:noFill/>
                    </a:lnR>
                    <a:lnT>
                      <a:noFill/>
                    </a:lnT>
                    <a:lnB>
                      <a:noFill/>
                    </a:lnB>
                    <a:noFill/>
                  </a:tcPr>
                </a:tc>
                <a:tc>
                  <a:txBody>
                    <a:bodyPr/>
                    <a:lstStyle/>
                    <a:p>
                      <a:pPr>
                        <a:buNone/>
                      </a:pPr>
                      <a:r>
                        <a:rPr lang="en-US" sz="1600" dirty="0"/>
                        <a:t>Developed by the U.S. Department of Defense and became the foundation of the internet.</a:t>
                      </a:r>
                    </a:p>
                  </a:txBody>
                  <a:tcPr marL="81286" marR="81286" marT="40643" marB="40643" anchor="ctr">
                    <a:lnL>
                      <a:noFill/>
                    </a:lnL>
                    <a:lnR>
                      <a:noFill/>
                    </a:lnR>
                    <a:lnT>
                      <a:noFill/>
                    </a:lnT>
                    <a:lnB>
                      <a:noFill/>
                    </a:lnB>
                    <a:noFill/>
                  </a:tcPr>
                </a:tc>
                <a:extLst>
                  <a:ext uri="{0D108BD9-81ED-4DB2-BD59-A6C34878D82A}">
                    <a16:rowId xmlns:a16="http://schemas.microsoft.com/office/drawing/2014/main" val="1647138450"/>
                  </a:ext>
                </a:extLst>
              </a:tr>
              <a:tr h="812859">
                <a:tc>
                  <a:txBody>
                    <a:bodyPr/>
                    <a:lstStyle/>
                    <a:p>
                      <a:pPr>
                        <a:buNone/>
                      </a:pPr>
                      <a:r>
                        <a:rPr lang="en-US" sz="1600" b="1"/>
                        <a:t>Flexibility</a:t>
                      </a:r>
                      <a:endParaRPr lang="en-US" sz="1600"/>
                    </a:p>
                  </a:txBody>
                  <a:tcPr marL="81286" marR="81286" marT="40643" marB="40643" anchor="ctr">
                    <a:lnL>
                      <a:noFill/>
                    </a:lnL>
                    <a:lnR>
                      <a:noFill/>
                    </a:lnR>
                    <a:lnT>
                      <a:noFill/>
                    </a:lnT>
                    <a:lnB>
                      <a:noFill/>
                    </a:lnB>
                    <a:noFill/>
                  </a:tcPr>
                </a:tc>
                <a:tc>
                  <a:txBody>
                    <a:bodyPr/>
                    <a:lstStyle/>
                    <a:p>
                      <a:pPr>
                        <a:buNone/>
                      </a:pPr>
                      <a:r>
                        <a:rPr lang="en-US" sz="1600" dirty="0"/>
                        <a:t>More detailed and rigid, with clear separation between functions.</a:t>
                      </a:r>
                    </a:p>
                  </a:txBody>
                  <a:tcPr marL="81286" marR="81286" marT="40643" marB="40643" anchor="ctr">
                    <a:lnL>
                      <a:noFill/>
                    </a:lnL>
                    <a:lnR>
                      <a:noFill/>
                    </a:lnR>
                    <a:lnT>
                      <a:noFill/>
                    </a:lnT>
                    <a:lnB>
                      <a:noFill/>
                    </a:lnB>
                    <a:noFill/>
                  </a:tcPr>
                </a:tc>
                <a:tc>
                  <a:txBody>
                    <a:bodyPr/>
                    <a:lstStyle/>
                    <a:p>
                      <a:pPr>
                        <a:buNone/>
                      </a:pPr>
                      <a:r>
                        <a:rPr lang="en-US" sz="1600"/>
                        <a:t>More flexible, with combined layers and a focus on protocol suite functionality.</a:t>
                      </a:r>
                    </a:p>
                  </a:txBody>
                  <a:tcPr marL="81286" marR="81286" marT="40643" marB="40643" anchor="ctr">
                    <a:lnL>
                      <a:noFill/>
                    </a:lnL>
                    <a:lnR>
                      <a:noFill/>
                    </a:lnR>
                    <a:lnT>
                      <a:noFill/>
                    </a:lnT>
                    <a:lnB>
                      <a:noFill/>
                    </a:lnB>
                    <a:noFill/>
                  </a:tcPr>
                </a:tc>
                <a:extLst>
                  <a:ext uri="{0D108BD9-81ED-4DB2-BD59-A6C34878D82A}">
                    <a16:rowId xmlns:a16="http://schemas.microsoft.com/office/drawing/2014/main" val="2575243371"/>
                  </a:ext>
                </a:extLst>
              </a:tr>
              <a:tr h="812859">
                <a:tc>
                  <a:txBody>
                    <a:bodyPr/>
                    <a:lstStyle/>
                    <a:p>
                      <a:pPr>
                        <a:buNone/>
                      </a:pPr>
                      <a:r>
                        <a:rPr lang="en-US" sz="1600" b="1"/>
                        <a:t>Protocols</a:t>
                      </a:r>
                      <a:endParaRPr lang="en-US" sz="1600"/>
                    </a:p>
                  </a:txBody>
                  <a:tcPr marL="81286" marR="81286" marT="40643" marB="40643" anchor="ctr">
                    <a:lnL>
                      <a:noFill/>
                    </a:lnL>
                    <a:lnR>
                      <a:noFill/>
                    </a:lnR>
                    <a:lnT>
                      <a:noFill/>
                    </a:lnT>
                    <a:lnB>
                      <a:noFill/>
                    </a:lnB>
                    <a:noFill/>
                  </a:tcPr>
                </a:tc>
                <a:tc>
                  <a:txBody>
                    <a:bodyPr/>
                    <a:lstStyle/>
                    <a:p>
                      <a:pPr>
                        <a:buNone/>
                      </a:pPr>
                      <a:r>
                        <a:rPr lang="en-US" sz="1600" dirty="0"/>
                        <a:t>A reference model; protocols were developed to fit the layers.</a:t>
                      </a:r>
                    </a:p>
                  </a:txBody>
                  <a:tcPr marL="81286" marR="81286" marT="40643" marB="40643" anchor="ctr">
                    <a:lnL>
                      <a:noFill/>
                    </a:lnL>
                    <a:lnR>
                      <a:noFill/>
                    </a:lnR>
                    <a:lnT>
                      <a:noFill/>
                    </a:lnT>
                    <a:lnB>
                      <a:noFill/>
                    </a:lnB>
                    <a:noFill/>
                  </a:tcPr>
                </a:tc>
                <a:tc>
                  <a:txBody>
                    <a:bodyPr/>
                    <a:lstStyle/>
                    <a:p>
                      <a:pPr>
                        <a:buNone/>
                      </a:pPr>
                      <a:r>
                        <a:rPr lang="en-US" sz="1600" b="1" dirty="0"/>
                        <a:t>Protocol-driven</a:t>
                      </a:r>
                      <a:r>
                        <a:rPr lang="en-US" sz="1600" dirty="0"/>
                        <a:t>; the model was created based on the protocols that already existed (e.g., TCP, IP).</a:t>
                      </a:r>
                    </a:p>
                  </a:txBody>
                  <a:tcPr marL="81286" marR="81286" marT="40643" marB="40643" anchor="ctr">
                    <a:lnL>
                      <a:noFill/>
                    </a:lnL>
                    <a:lnR>
                      <a:noFill/>
                    </a:lnR>
                    <a:lnT>
                      <a:noFill/>
                    </a:lnT>
                    <a:lnB>
                      <a:noFill/>
                    </a:lnB>
                    <a:noFill/>
                  </a:tcPr>
                </a:tc>
                <a:extLst>
                  <a:ext uri="{0D108BD9-81ED-4DB2-BD59-A6C34878D82A}">
                    <a16:rowId xmlns:a16="http://schemas.microsoft.com/office/drawing/2014/main" val="4276499720"/>
                  </a:ext>
                </a:extLst>
              </a:tr>
            </a:tbl>
          </a:graphicData>
        </a:graphic>
      </p:graphicFrame>
    </p:spTree>
    <p:extLst>
      <p:ext uri="{BB962C8B-B14F-4D97-AF65-F5344CB8AC3E}">
        <p14:creationId xmlns:p14="http://schemas.microsoft.com/office/powerpoint/2010/main" val="3518178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488FB59-FBCD-D85B-B89B-EE5ABED7743D}"/>
              </a:ext>
            </a:extLst>
          </p:cNvPr>
          <p:cNvSpPr>
            <a:spLocks noGrp="1"/>
          </p:cNvSpPr>
          <p:nvPr>
            <p:ph type="ftr" sz="quarter" idx="11"/>
          </p:nvPr>
        </p:nvSpPr>
        <p:spPr/>
        <p:txBody>
          <a:bodyPr/>
          <a:lstStyle/>
          <a:p>
            <a:pPr defTabSz="609600"/>
            <a:r>
              <a:rPr lang="en-IN"/>
              <a:t>LABOR FOR THE FUTURE</a:t>
            </a:r>
            <a:endParaRPr lang="en-IN" dirty="0"/>
          </a:p>
        </p:txBody>
      </p:sp>
      <p:sp>
        <p:nvSpPr>
          <p:cNvPr id="8" name="TextBox 7">
            <a:extLst>
              <a:ext uri="{FF2B5EF4-FFF2-40B4-BE49-F238E27FC236}">
                <a16:creationId xmlns:a16="http://schemas.microsoft.com/office/drawing/2014/main" id="{BA2771F2-6E93-33E7-F401-7096B8BC023B}"/>
              </a:ext>
            </a:extLst>
          </p:cNvPr>
          <p:cNvSpPr txBox="1"/>
          <p:nvPr/>
        </p:nvSpPr>
        <p:spPr>
          <a:xfrm>
            <a:off x="360680" y="183555"/>
            <a:ext cx="11069320" cy="6586418"/>
          </a:xfrm>
          <a:prstGeom prst="rect">
            <a:avLst/>
          </a:prstGeom>
          <a:noFill/>
        </p:spPr>
        <p:txBody>
          <a:bodyPr wrap="square">
            <a:spAutoFit/>
          </a:bodyPr>
          <a:lstStyle/>
          <a:p>
            <a:pPr>
              <a:lnSpc>
                <a:spcPct val="200000"/>
              </a:lnSpc>
              <a:buNone/>
            </a:pPr>
            <a:r>
              <a:rPr lang="en-US" sz="2000" b="1" dirty="0"/>
              <a:t>OSI Model: The Theoretical Framework </a:t>
            </a:r>
          </a:p>
          <a:p>
            <a:pPr>
              <a:lnSpc>
                <a:spcPct val="200000"/>
              </a:lnSpc>
              <a:buNone/>
            </a:pPr>
            <a:r>
              <a:rPr lang="en-US" dirty="0"/>
              <a:t>The OSI model is a layered model that defines how a network should work, from the physical hardware up to the user-facing application. Its seven layers offer a detailed, granular view of networking processes, which makes it ideal for educational purposes and diagnosing specific network problems.</a:t>
            </a:r>
          </a:p>
          <a:p>
            <a:pPr>
              <a:lnSpc>
                <a:spcPct val="200000"/>
              </a:lnSpc>
            </a:pPr>
            <a:r>
              <a:rPr lang="en-US" sz="2000" b="1" dirty="0"/>
              <a:t>TCP/IP Model: The Practical Standard </a:t>
            </a:r>
          </a:p>
          <a:p>
            <a:pPr>
              <a:lnSpc>
                <a:spcPct val="200000"/>
              </a:lnSpc>
            </a:pPr>
            <a:r>
              <a:rPr lang="en-US" dirty="0"/>
              <a:t>The TCP/IP model is a more condensed and practical model that reflects how the internet was actually built. It combines several of the OSI model's layers into broader categories, making it simpler and more aligned with the protocols it was built on</a:t>
            </a:r>
          </a:p>
          <a:p>
            <a:pPr>
              <a:lnSpc>
                <a:spcPct val="200000"/>
              </a:lnSpc>
            </a:pPr>
            <a:r>
              <a:rPr lang="en-US" dirty="0"/>
              <a:t>The TCP/IP model is </a:t>
            </a:r>
            <a:r>
              <a:rPr lang="en-US" b="1" dirty="0"/>
              <a:t>better for real-world application and implementation</a:t>
            </a:r>
            <a:r>
              <a:rPr lang="en-US" dirty="0"/>
              <a:t>, as it's the foundation of the internet. The OSI model is </a:t>
            </a:r>
            <a:r>
              <a:rPr lang="en-US" b="1" dirty="0"/>
              <a:t>better for teaching and troubleshooting</a:t>
            </a:r>
            <a:r>
              <a:rPr lang="en-US" dirty="0"/>
              <a:t> network concepts due to its detailed, seven-layer structure</a:t>
            </a:r>
          </a:p>
          <a:p>
            <a:pPr>
              <a:buNone/>
            </a:pPr>
            <a:endParaRPr lang="en-US" dirty="0"/>
          </a:p>
        </p:txBody>
      </p:sp>
    </p:spTree>
    <p:extLst>
      <p:ext uri="{BB962C8B-B14F-4D97-AF65-F5344CB8AC3E}">
        <p14:creationId xmlns:p14="http://schemas.microsoft.com/office/powerpoint/2010/main" val="37497473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23129BC-8AE1-99AB-6D2C-F3F1AC265540}"/>
              </a:ext>
            </a:extLst>
          </p:cNvPr>
          <p:cNvSpPr>
            <a:spLocks noGrp="1"/>
          </p:cNvSpPr>
          <p:nvPr>
            <p:ph type="ftr" sz="quarter" idx="11"/>
          </p:nvPr>
        </p:nvSpPr>
        <p:spPr/>
        <p:txBody>
          <a:bodyPr/>
          <a:lstStyle/>
          <a:p>
            <a:pPr defTabSz="609600"/>
            <a:r>
              <a:rPr lang="en-IN"/>
              <a:t>LABOR FOR THE FUTURE</a:t>
            </a:r>
            <a:endParaRPr lang="en-IN" dirty="0"/>
          </a:p>
        </p:txBody>
      </p:sp>
      <p:sp>
        <p:nvSpPr>
          <p:cNvPr id="4" name="TextBox 3">
            <a:extLst>
              <a:ext uri="{FF2B5EF4-FFF2-40B4-BE49-F238E27FC236}">
                <a16:creationId xmlns:a16="http://schemas.microsoft.com/office/drawing/2014/main" id="{5BD99758-E1F3-9BAA-4A89-42C7F6A4F0FA}"/>
              </a:ext>
            </a:extLst>
          </p:cNvPr>
          <p:cNvSpPr txBox="1"/>
          <p:nvPr/>
        </p:nvSpPr>
        <p:spPr>
          <a:xfrm>
            <a:off x="518160" y="620921"/>
            <a:ext cx="11450320" cy="5680081"/>
          </a:xfrm>
          <a:prstGeom prst="rect">
            <a:avLst/>
          </a:prstGeom>
          <a:noFill/>
        </p:spPr>
        <p:txBody>
          <a:bodyPr wrap="square">
            <a:spAutoFit/>
          </a:bodyPr>
          <a:lstStyle/>
          <a:p>
            <a:pPr>
              <a:lnSpc>
                <a:spcPct val="150000"/>
              </a:lnSpc>
            </a:pPr>
            <a:r>
              <a:rPr lang="en-US" sz="2800" b="1" i="0" u="none" strike="noStrike" baseline="0" dirty="0">
                <a:latin typeface="Tahoma-Bold"/>
              </a:rPr>
              <a:t>Advantages of </a:t>
            </a:r>
            <a:r>
              <a:rPr lang="en-US" sz="2400" b="1" dirty="0">
                <a:latin typeface="Tahoma-Bold"/>
              </a:rPr>
              <a:t>Open System Interconnection (OSI) Reference Model</a:t>
            </a:r>
          </a:p>
          <a:p>
            <a:pPr algn="l">
              <a:lnSpc>
                <a:spcPct val="150000"/>
              </a:lnSpc>
            </a:pPr>
            <a:endParaRPr lang="en-US" sz="1800" b="0" i="0" u="none" strike="noStrike" baseline="0" dirty="0">
              <a:latin typeface="Georgia" panose="02040502050405020303" pitchFamily="18" charset="0"/>
            </a:endParaRPr>
          </a:p>
          <a:p>
            <a:pPr algn="l">
              <a:lnSpc>
                <a:spcPct val="150000"/>
              </a:lnSpc>
            </a:pPr>
            <a:r>
              <a:rPr lang="en-US" sz="1800" b="0" i="0" u="none" strike="noStrike" baseline="0" dirty="0">
                <a:latin typeface="Georgia" panose="02040502050405020303" pitchFamily="18" charset="0"/>
              </a:rPr>
              <a:t>The OSI model is hierarchical, and there are many advantages that can be applied to any layered</a:t>
            </a:r>
          </a:p>
          <a:p>
            <a:pPr algn="l">
              <a:lnSpc>
                <a:spcPct val="150000"/>
              </a:lnSpc>
            </a:pPr>
            <a:r>
              <a:rPr lang="en-US" sz="1800" b="0" i="0" u="none" strike="noStrike" baseline="0" dirty="0">
                <a:latin typeface="Georgia" panose="02040502050405020303" pitchFamily="18" charset="0"/>
              </a:rPr>
              <a:t>model, but as I said, the OSI model’s primary purpose is to allow different vendors’ networks to</a:t>
            </a:r>
          </a:p>
          <a:p>
            <a:pPr algn="l">
              <a:lnSpc>
                <a:spcPct val="150000"/>
              </a:lnSpc>
            </a:pPr>
            <a:r>
              <a:rPr lang="en-US" sz="1800" b="0" i="0" u="none" strike="noStrike" baseline="0" dirty="0">
                <a:latin typeface="Georgia" panose="02040502050405020303" pitchFamily="18" charset="0"/>
              </a:rPr>
              <a:t>interoperate.</a:t>
            </a:r>
          </a:p>
          <a:p>
            <a:pPr algn="l">
              <a:lnSpc>
                <a:spcPct val="150000"/>
              </a:lnSpc>
            </a:pPr>
            <a:r>
              <a:rPr lang="en-US" sz="1800" b="0" i="0" u="none" strike="noStrike" baseline="0" dirty="0">
                <a:latin typeface="Georgia" panose="02040502050405020303" pitchFamily="18" charset="0"/>
              </a:rPr>
              <a:t>Here’s a list of some of the more important benefits of using the OSI layered model:</a:t>
            </a:r>
          </a:p>
          <a:p>
            <a:pPr marL="285750" indent="-285750" algn="l">
              <a:lnSpc>
                <a:spcPct val="150000"/>
              </a:lnSpc>
              <a:buFont typeface="Arial" panose="020B0604020202020204" pitchFamily="34" charset="0"/>
              <a:buChar char="•"/>
            </a:pPr>
            <a:r>
              <a:rPr lang="en-US" sz="1800" b="0" i="0" u="none" strike="noStrike" baseline="0" dirty="0">
                <a:latin typeface="Georgia" panose="02040502050405020303" pitchFamily="18" charset="0"/>
              </a:rPr>
              <a:t>It divides the network communication process into smaller and simpler components,</a:t>
            </a:r>
          </a:p>
          <a:p>
            <a:pPr marL="285750" indent="-285750" algn="l">
              <a:lnSpc>
                <a:spcPct val="150000"/>
              </a:lnSpc>
              <a:buFont typeface="Arial" panose="020B0604020202020204" pitchFamily="34" charset="0"/>
              <a:buChar char="•"/>
            </a:pPr>
            <a:r>
              <a:rPr lang="en-US" sz="1800" b="0" i="0" u="none" strike="noStrike" baseline="0" dirty="0">
                <a:latin typeface="Georgia" panose="02040502050405020303" pitchFamily="18" charset="0"/>
              </a:rPr>
              <a:t>facilitating component development, design, and troubleshooting.</a:t>
            </a:r>
          </a:p>
          <a:p>
            <a:pPr marL="285750" indent="-285750" algn="l">
              <a:lnSpc>
                <a:spcPct val="150000"/>
              </a:lnSpc>
              <a:buFont typeface="Arial" panose="020B0604020202020204" pitchFamily="34" charset="0"/>
              <a:buChar char="•"/>
            </a:pPr>
            <a:r>
              <a:rPr lang="en-US" sz="1800" b="0" i="0" u="none" strike="noStrike" baseline="0" dirty="0">
                <a:latin typeface="Georgia" panose="02040502050405020303" pitchFamily="18" charset="0"/>
              </a:rPr>
              <a:t>It allows multiple-vendor development through the standardization of network components.</a:t>
            </a:r>
          </a:p>
          <a:p>
            <a:pPr marL="285750" indent="-285750" algn="l">
              <a:lnSpc>
                <a:spcPct val="150000"/>
              </a:lnSpc>
              <a:buFont typeface="Arial" panose="020B0604020202020204" pitchFamily="34" charset="0"/>
              <a:buChar char="•"/>
            </a:pPr>
            <a:r>
              <a:rPr lang="en-US" sz="1800" b="0" i="0" u="none" strike="noStrike" baseline="0" dirty="0">
                <a:latin typeface="Georgia" panose="02040502050405020303" pitchFamily="18" charset="0"/>
              </a:rPr>
              <a:t>It encourages industry standardization by clearly defining what functions occur at each layer</a:t>
            </a:r>
          </a:p>
          <a:p>
            <a:pPr marL="285750" indent="-285750" algn="l">
              <a:lnSpc>
                <a:spcPct val="150000"/>
              </a:lnSpc>
              <a:buFont typeface="Arial" panose="020B0604020202020204" pitchFamily="34" charset="0"/>
              <a:buChar char="•"/>
            </a:pPr>
            <a:r>
              <a:rPr lang="en-US" sz="1800" b="0" i="0" u="none" strike="noStrike" baseline="0" dirty="0">
                <a:latin typeface="Georgia" panose="02040502050405020303" pitchFamily="18" charset="0"/>
              </a:rPr>
              <a:t>of the model.</a:t>
            </a:r>
          </a:p>
          <a:p>
            <a:pPr marL="285750" indent="-285750" algn="l">
              <a:lnSpc>
                <a:spcPct val="150000"/>
              </a:lnSpc>
              <a:buFont typeface="Arial" panose="020B0604020202020204" pitchFamily="34" charset="0"/>
              <a:buChar char="•"/>
            </a:pPr>
            <a:r>
              <a:rPr lang="en-US" sz="1800" b="0" i="0" u="none" strike="noStrike" baseline="0" dirty="0">
                <a:latin typeface="Georgia" panose="02040502050405020303" pitchFamily="18" charset="0"/>
              </a:rPr>
              <a:t>It allows various types of network hardware and software to communicate.</a:t>
            </a:r>
          </a:p>
          <a:p>
            <a:pPr marL="285750" indent="-285750" algn="l">
              <a:lnSpc>
                <a:spcPct val="150000"/>
              </a:lnSpc>
              <a:buFont typeface="Arial" panose="020B0604020202020204" pitchFamily="34" charset="0"/>
              <a:buChar char="•"/>
            </a:pPr>
            <a:r>
              <a:rPr lang="en-US" sz="1800" b="0" i="0" u="none" strike="noStrike" baseline="0" dirty="0">
                <a:latin typeface="Georgia" panose="02040502050405020303" pitchFamily="18" charset="0"/>
              </a:rPr>
              <a:t>It prevents changes in one layer from affecting other layers to expedite development.</a:t>
            </a:r>
            <a:endParaRPr lang="en-RW" dirty="0"/>
          </a:p>
        </p:txBody>
      </p:sp>
    </p:spTree>
    <p:extLst>
      <p:ext uri="{BB962C8B-B14F-4D97-AF65-F5344CB8AC3E}">
        <p14:creationId xmlns:p14="http://schemas.microsoft.com/office/powerpoint/2010/main" val="11447367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idx="4294967295"/>
          </p:nvPr>
        </p:nvSpPr>
        <p:spPr>
          <a:xfrm>
            <a:off x="0" y="357188"/>
            <a:ext cx="9607550" cy="592137"/>
          </a:xfrm>
        </p:spPr>
        <p:txBody>
          <a:bodyPr>
            <a:normAutofit/>
          </a:bodyPr>
          <a:lstStyle/>
          <a:p>
            <a:r>
              <a:rPr lang="en-US" altLang="en-US" sz="2800" b="1" dirty="0">
                <a:latin typeface="+mn-lt"/>
              </a:rPr>
              <a:t>The Benefits of Using a Layered Model</a:t>
            </a:r>
            <a:endParaRPr lang="en-CA" altLang="en-US" sz="2800" b="1" dirty="0">
              <a:latin typeface="+mn-lt"/>
            </a:endParaRPr>
          </a:p>
        </p:txBody>
      </p:sp>
      <p:sp>
        <p:nvSpPr>
          <p:cNvPr id="13315" name="Content Placeholder 2"/>
          <p:cNvSpPr>
            <a:spLocks noGrp="1"/>
          </p:cNvSpPr>
          <p:nvPr>
            <p:ph idx="4294967295"/>
          </p:nvPr>
        </p:nvSpPr>
        <p:spPr>
          <a:xfrm>
            <a:off x="0" y="1036637"/>
            <a:ext cx="12070080" cy="1880007"/>
          </a:xfrm>
        </p:spPr>
        <p:txBody>
          <a:bodyPr>
            <a:noAutofit/>
          </a:bodyPr>
          <a:lstStyle/>
          <a:p>
            <a:pPr marL="0" indent="0">
              <a:buNone/>
            </a:pPr>
            <a:r>
              <a:rPr lang="en-US" sz="2200" dirty="0"/>
              <a:t>Complex concepts such as how a network operates can be difficult to explain and understand. For this reason, a layered model is used.</a:t>
            </a:r>
            <a:endParaRPr lang="en-CA" altLang="en-US" sz="2200" dirty="0"/>
          </a:p>
          <a:p>
            <a:pPr marL="0" indent="0">
              <a:buNone/>
            </a:pPr>
            <a:r>
              <a:rPr lang="en-US" sz="2200" b="1" dirty="0"/>
              <a:t>Two layered models describe network operations:</a:t>
            </a:r>
          </a:p>
          <a:p>
            <a:pPr>
              <a:buFont typeface="Arial" panose="020B0604020202020204" pitchFamily="34" charset="0"/>
              <a:buChar char="•"/>
            </a:pPr>
            <a:r>
              <a:rPr lang="en-US" sz="2200" dirty="0"/>
              <a:t>Open System Interconnection (OSI) Reference Model</a:t>
            </a:r>
          </a:p>
          <a:p>
            <a:pPr>
              <a:buFont typeface="Arial" panose="020B0604020202020204" pitchFamily="34" charset="0"/>
              <a:buChar char="•"/>
            </a:pPr>
            <a:r>
              <a:rPr lang="en-US" sz="2200" dirty="0"/>
              <a:t>TCP/IP Reference Model</a:t>
            </a:r>
          </a:p>
          <a:p>
            <a:pPr lvl="1"/>
            <a:endParaRPr lang="en-CA" altLang="en-US" sz="2200" dirty="0"/>
          </a:p>
          <a:p>
            <a:pPr lvl="1"/>
            <a:endParaRPr lang="en-CA" altLang="en-US" sz="2200" dirty="0"/>
          </a:p>
        </p:txBody>
      </p:sp>
      <p:pic>
        <p:nvPicPr>
          <p:cNvPr id="1229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764" y="2916645"/>
            <a:ext cx="8337508" cy="39413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1EB0253-FA75-02EE-0BD7-4F5E585FD836}"/>
              </a:ext>
            </a:extLst>
          </p:cNvPr>
          <p:cNvSpPr>
            <a:spLocks noGrp="1"/>
          </p:cNvSpPr>
          <p:nvPr>
            <p:ph type="ftr" sz="quarter" idx="11"/>
          </p:nvPr>
        </p:nvSpPr>
        <p:spPr/>
        <p:txBody>
          <a:bodyPr/>
          <a:lstStyle/>
          <a:p>
            <a:pPr defTabSz="609600"/>
            <a:r>
              <a:rPr lang="en-IN"/>
              <a:t>LABOR FOR THE FUTURE</a:t>
            </a:r>
            <a:endParaRPr lang="en-IN" dirty="0"/>
          </a:p>
        </p:txBody>
      </p:sp>
      <p:pic>
        <p:nvPicPr>
          <p:cNvPr id="4098" name="Picture 2" descr="What is the OSI Model? The 7 Layers Explained - Corero Network Security">
            <a:extLst>
              <a:ext uri="{FF2B5EF4-FFF2-40B4-BE49-F238E27FC236}">
                <a16:creationId xmlns:a16="http://schemas.microsoft.com/office/drawing/2014/main" id="{EA4006A1-3DD5-7663-E07E-162C45FEE0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085" y="0"/>
            <a:ext cx="12170230" cy="62490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88360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F78497-1C1A-FA50-A254-637C91FF6B87}"/>
              </a:ext>
            </a:extLst>
          </p:cNvPr>
          <p:cNvPicPr>
            <a:picLocks noChangeAspect="1"/>
          </p:cNvPicPr>
          <p:nvPr/>
        </p:nvPicPr>
        <p:blipFill>
          <a:blip r:embed="rId2"/>
          <a:stretch>
            <a:fillRect/>
          </a:stretch>
        </p:blipFill>
        <p:spPr>
          <a:xfrm>
            <a:off x="643467" y="655023"/>
            <a:ext cx="10905066" cy="5547953"/>
          </a:xfrm>
          <a:prstGeom prst="rect">
            <a:avLst/>
          </a:prstGeom>
        </p:spPr>
      </p:pic>
      <p:sp>
        <p:nvSpPr>
          <p:cNvPr id="2" name="Footer Placeholder 1">
            <a:extLst>
              <a:ext uri="{FF2B5EF4-FFF2-40B4-BE49-F238E27FC236}">
                <a16:creationId xmlns:a16="http://schemas.microsoft.com/office/drawing/2014/main" id="{2A3CAD1F-97A2-B227-A872-CE92A19C8183}"/>
              </a:ext>
            </a:extLst>
          </p:cNvPr>
          <p:cNvSpPr>
            <a:spLocks noGrp="1"/>
          </p:cNvSpPr>
          <p:nvPr>
            <p:ph type="ftr" sz="quarter" idx="11"/>
          </p:nvPr>
        </p:nvSpPr>
        <p:spPr>
          <a:xfrm>
            <a:off x="4038600" y="6356350"/>
            <a:ext cx="4114800" cy="365125"/>
          </a:xfrm>
        </p:spPr>
        <p:txBody>
          <a:bodyPr>
            <a:normAutofit/>
          </a:bodyPr>
          <a:lstStyle/>
          <a:p>
            <a:pPr defTabSz="609600">
              <a:spcAft>
                <a:spcPts val="600"/>
              </a:spcAft>
            </a:pPr>
            <a:r>
              <a:rPr lang="en-IN"/>
              <a:t>LABOR FOR THE FUTURE</a:t>
            </a:r>
          </a:p>
        </p:txBody>
      </p:sp>
    </p:spTree>
    <p:extLst>
      <p:ext uri="{BB962C8B-B14F-4D97-AF65-F5344CB8AC3E}">
        <p14:creationId xmlns:p14="http://schemas.microsoft.com/office/powerpoint/2010/main" val="37540310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21920" y="0"/>
            <a:ext cx="11271250" cy="6894513"/>
          </a:xfrm>
        </p:spPr>
        <p:txBody>
          <a:bodyPr>
            <a:normAutofit/>
          </a:bodyPr>
          <a:lstStyle/>
          <a:p>
            <a:pPr>
              <a:buAutoNum type="arabicPeriod"/>
            </a:pPr>
            <a:r>
              <a:rPr lang="en-US" sz="1800" b="1" dirty="0">
                <a:latin typeface="Georgia" panose="02040502050405020303" pitchFamily="18" charset="0"/>
              </a:rPr>
              <a:t>Application Layer</a:t>
            </a:r>
          </a:p>
          <a:p>
            <a:pPr marL="0" indent="0">
              <a:buNone/>
            </a:pPr>
            <a:endParaRPr lang="en-US" sz="1800" b="1" dirty="0">
              <a:latin typeface="Georgia" panose="02040502050405020303" pitchFamily="18" charset="0"/>
            </a:endParaRPr>
          </a:p>
          <a:p>
            <a:pPr marL="0" indent="0">
              <a:buNone/>
            </a:pPr>
            <a:r>
              <a:rPr lang="en-US" sz="1800" dirty="0">
                <a:latin typeface="Georgia" panose="02040502050405020303" pitchFamily="18" charset="0"/>
              </a:rPr>
              <a:t>Provides interface between the user and the internet.</a:t>
            </a:r>
          </a:p>
          <a:p>
            <a:pPr marL="0" indent="0">
              <a:buNone/>
            </a:pPr>
            <a:r>
              <a:rPr lang="en-US" sz="1800" dirty="0">
                <a:latin typeface="Georgia" panose="02040502050405020303" pitchFamily="18" charset="0"/>
              </a:rPr>
              <a:t>When a user wants to access internet, they use applications such as chrome, Mozilla Firefox, Gmail, Facebook, twitter etc.</a:t>
            </a:r>
          </a:p>
          <a:p>
            <a:pPr marL="0" indent="0">
              <a:buNone/>
            </a:pPr>
            <a:r>
              <a:rPr lang="en-US" sz="1800" dirty="0">
                <a:latin typeface="Georgia" panose="02040502050405020303" pitchFamily="18" charset="0"/>
              </a:rPr>
              <a:t>The layer provides services like sending mails, transferring files, web browsing, working of social media, video chatting, etc.</a:t>
            </a:r>
          </a:p>
        </p:txBody>
      </p:sp>
      <p:pic>
        <p:nvPicPr>
          <p:cNvPr id="5" name="Picture 4"/>
          <p:cNvPicPr>
            <a:picLocks noChangeAspect="1"/>
          </p:cNvPicPr>
          <p:nvPr/>
        </p:nvPicPr>
        <p:blipFill>
          <a:blip r:embed="rId2"/>
          <a:stretch>
            <a:fillRect/>
          </a:stretch>
        </p:blipFill>
        <p:spPr>
          <a:xfrm>
            <a:off x="395484" y="5119558"/>
            <a:ext cx="3400318" cy="1564920"/>
          </a:xfrm>
          <a:prstGeom prst="rect">
            <a:avLst/>
          </a:prstGeom>
        </p:spPr>
      </p:pic>
      <p:sp>
        <p:nvSpPr>
          <p:cNvPr id="2" name="Rectangle 1"/>
          <p:cNvSpPr/>
          <p:nvPr/>
        </p:nvSpPr>
        <p:spPr>
          <a:xfrm>
            <a:off x="4998098" y="4964086"/>
            <a:ext cx="6096000" cy="922020"/>
          </a:xfrm>
          <a:prstGeom prst="rect">
            <a:avLst/>
          </a:prstGeom>
        </p:spPr>
        <p:txBody>
          <a:bodyPr>
            <a:spAutoFit/>
          </a:bodyPr>
          <a:lstStyle/>
          <a:p>
            <a:r>
              <a:rPr lang="en-US" dirty="0"/>
              <a:t>Real-life analogy: Writing a letter. This is where you, the user, write the content of the letter. It's what the user sees and interacts with.</a:t>
            </a:r>
          </a:p>
        </p:txBody>
      </p:sp>
      <p:sp>
        <p:nvSpPr>
          <p:cNvPr id="6" name="TextBox 5">
            <a:extLst>
              <a:ext uri="{FF2B5EF4-FFF2-40B4-BE49-F238E27FC236}">
                <a16:creationId xmlns:a16="http://schemas.microsoft.com/office/drawing/2014/main" id="{7823BA77-4BA3-9B93-DB34-E9B8D7419F7D}"/>
              </a:ext>
            </a:extLst>
          </p:cNvPr>
          <p:cNvSpPr txBox="1"/>
          <p:nvPr/>
        </p:nvSpPr>
        <p:spPr>
          <a:xfrm>
            <a:off x="121920" y="2628789"/>
            <a:ext cx="10506196" cy="1294265"/>
          </a:xfrm>
          <a:prstGeom prst="rect">
            <a:avLst/>
          </a:prstGeom>
          <a:noFill/>
        </p:spPr>
        <p:txBody>
          <a:bodyPr wrap="square">
            <a:spAutoFit/>
          </a:bodyPr>
          <a:lstStyle/>
          <a:p>
            <a:pPr algn="l">
              <a:lnSpc>
                <a:spcPct val="150000"/>
              </a:lnSpc>
            </a:pPr>
            <a:r>
              <a:rPr lang="en-US" sz="1800" b="0" i="0" u="none" strike="noStrike" baseline="0" dirty="0">
                <a:latin typeface="Georgia" panose="02040502050405020303" pitchFamily="18" charset="0"/>
              </a:rPr>
              <a:t>The Application layer works as the interface between actual application</a:t>
            </a:r>
          </a:p>
          <a:p>
            <a:pPr algn="l">
              <a:lnSpc>
                <a:spcPct val="150000"/>
              </a:lnSpc>
            </a:pPr>
            <a:r>
              <a:rPr lang="en-US" sz="1800" b="0" i="0" u="none" strike="noStrike" baseline="0" dirty="0">
                <a:latin typeface="Georgia" panose="02040502050405020303" pitchFamily="18" charset="0"/>
              </a:rPr>
              <a:t>programs. This means end-user programs like Microsoft Word don’t reside at the</a:t>
            </a:r>
          </a:p>
          <a:p>
            <a:pPr algn="l">
              <a:lnSpc>
                <a:spcPct val="150000"/>
              </a:lnSpc>
            </a:pPr>
            <a:r>
              <a:rPr lang="en-US" sz="1800" b="0" i="0" u="none" strike="noStrike" baseline="0" dirty="0">
                <a:latin typeface="Georgia" panose="02040502050405020303" pitchFamily="18" charset="0"/>
              </a:rPr>
              <a:t>Application layer, they interface with the Application layer protocols. </a:t>
            </a:r>
            <a:endParaRPr lang="en-RW"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158750" y="92075"/>
            <a:ext cx="12033250" cy="6765925"/>
          </a:xfrm>
        </p:spPr>
        <p:txBody>
          <a:bodyPr>
            <a:noAutofit/>
          </a:bodyPr>
          <a:lstStyle/>
          <a:p>
            <a:pPr marL="0" indent="0">
              <a:buNone/>
            </a:pPr>
            <a:r>
              <a:rPr lang="en-US" sz="2000" b="1" dirty="0"/>
              <a:t>2. Presentation Layer </a:t>
            </a:r>
          </a:p>
          <a:p>
            <a:pPr marL="0" indent="0">
              <a:buNone/>
            </a:pPr>
            <a:endParaRPr lang="en-US" sz="2000" b="1" dirty="0"/>
          </a:p>
          <a:p>
            <a:pPr marL="0" indent="0">
              <a:buNone/>
            </a:pPr>
            <a:r>
              <a:rPr lang="en-US" sz="1800" dirty="0">
                <a:latin typeface="Georgia" panose="02040502050405020303" pitchFamily="18" charset="0"/>
              </a:rPr>
              <a:t>It presents data to the Application layer and is responsible for data translation and code formatting.</a:t>
            </a:r>
          </a:p>
          <a:p>
            <a:pPr marL="0" indent="0">
              <a:buNone/>
            </a:pPr>
            <a:r>
              <a:rPr lang="en-US" sz="2000" dirty="0"/>
              <a:t>Carries out the following tasks;</a:t>
            </a:r>
          </a:p>
          <a:p>
            <a:pPr marL="0" indent="0">
              <a:lnSpc>
                <a:spcPct val="120000"/>
              </a:lnSpc>
              <a:buNone/>
            </a:pPr>
            <a:r>
              <a:rPr lang="en-US" sz="2000" dirty="0" err="1"/>
              <a:t>i</a:t>
            </a:r>
            <a:r>
              <a:rPr lang="en-US" sz="2000" dirty="0"/>
              <a:t>. </a:t>
            </a:r>
            <a:r>
              <a:rPr lang="en-US" sz="2000" b="1" dirty="0"/>
              <a:t>Encoding and Decoding</a:t>
            </a:r>
          </a:p>
          <a:p>
            <a:pPr marL="0" indent="0">
              <a:lnSpc>
                <a:spcPct val="120000"/>
              </a:lnSpc>
              <a:buNone/>
            </a:pPr>
            <a:r>
              <a:rPr lang="en-US" sz="2000" dirty="0"/>
              <a:t>Encoding transforms the human-readable texts into computer-readable binary format. E.g. “Hi Dan ” into 0010011101</a:t>
            </a:r>
          </a:p>
          <a:p>
            <a:pPr marL="0" indent="0">
              <a:lnSpc>
                <a:spcPct val="120000"/>
              </a:lnSpc>
              <a:buNone/>
            </a:pPr>
            <a:r>
              <a:rPr lang="en-US" sz="2000" dirty="0"/>
              <a:t>Decoding will therefore change this binary format into human-readable texts, now; 0010011101 into “Hi Dan”</a:t>
            </a:r>
          </a:p>
          <a:p>
            <a:pPr marL="0" indent="0">
              <a:lnSpc>
                <a:spcPct val="120000"/>
              </a:lnSpc>
              <a:buNone/>
            </a:pPr>
            <a:r>
              <a:rPr lang="en-US" sz="2000" b="1" dirty="0"/>
              <a:t>ii. Encryption and Decryption</a:t>
            </a:r>
          </a:p>
          <a:p>
            <a:pPr marL="0" indent="0">
              <a:lnSpc>
                <a:spcPct val="120000"/>
              </a:lnSpc>
              <a:buNone/>
            </a:pPr>
            <a:r>
              <a:rPr lang="en-US" sz="2000" dirty="0"/>
              <a:t>Encryption uses encryption key algorithms to change users passwords into formats that cannot be understood. E.g. Dan@2021 into s3#ff92!!42gdL</a:t>
            </a:r>
          </a:p>
          <a:p>
            <a:pPr marL="0" indent="0">
              <a:lnSpc>
                <a:spcPct val="120000"/>
              </a:lnSpc>
              <a:buNone/>
            </a:pPr>
            <a:r>
              <a:rPr lang="en-US" sz="2000" dirty="0"/>
              <a:t>Decryption uses decryption key algorithms to change the encrypted password back to understandable format. E.g. s3#ff92!!42gdL into Dan@2021 </a:t>
            </a:r>
          </a:p>
          <a:p>
            <a:pPr marL="0" indent="0">
              <a:lnSpc>
                <a:spcPct val="120000"/>
              </a:lnSpc>
              <a:buNone/>
            </a:pPr>
            <a:r>
              <a:rPr lang="en-US" sz="2000" b="1" dirty="0"/>
              <a:t>iii. Compression and Decompression</a:t>
            </a:r>
          </a:p>
          <a:p>
            <a:pPr marL="0" indent="0">
              <a:lnSpc>
                <a:spcPct val="120000"/>
              </a:lnSpc>
              <a:buNone/>
            </a:pPr>
            <a:r>
              <a:rPr lang="en-US" sz="2000" dirty="0"/>
              <a:t>Compression happens on the sender side to reduce the size of data while sending e.g. 2gb to1gb</a:t>
            </a:r>
          </a:p>
          <a:p>
            <a:pPr marL="0" indent="0">
              <a:lnSpc>
                <a:spcPct val="120000"/>
              </a:lnSpc>
              <a:buNone/>
            </a:pPr>
            <a:r>
              <a:rPr lang="en-US" sz="2000" dirty="0"/>
              <a:t>Decompression happens on the receiver side to regain the original data size sent e.g. 1gb to 2gb</a:t>
            </a:r>
          </a:p>
          <a:p>
            <a:pPr marL="0" indent="0">
              <a:buNone/>
            </a:pPr>
            <a:endParaRPr lang="en-US" sz="2000" dirty="0"/>
          </a:p>
          <a:p>
            <a:pPr marL="0" indent="0">
              <a:buNone/>
            </a:pPr>
            <a:endParaRPr lang="en-US" sz="2000" dirty="0"/>
          </a:p>
          <a:p>
            <a:pPr marL="0" indent="0">
              <a:buNone/>
            </a:pPr>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75387" y="962714"/>
            <a:ext cx="10994571" cy="1337945"/>
          </a:xfrm>
          <a:prstGeom prst="rect">
            <a:avLst/>
          </a:prstGeom>
        </p:spPr>
        <p:txBody>
          <a:bodyPr wrap="square">
            <a:spAutoFit/>
          </a:bodyPr>
          <a:lstStyle/>
          <a:p>
            <a:pPr>
              <a:lnSpc>
                <a:spcPct val="150000"/>
              </a:lnSpc>
            </a:pPr>
            <a:r>
              <a:rPr lang="en-US" b="1" dirty="0"/>
              <a:t>Real-life analogy</a:t>
            </a:r>
            <a:r>
              <a:rPr lang="en-US" dirty="0"/>
              <a:t>: </a:t>
            </a:r>
            <a:r>
              <a:rPr lang="en-US" b="1" dirty="0"/>
              <a:t>Translating and formatting</a:t>
            </a:r>
            <a:r>
              <a:rPr lang="en-US" dirty="0"/>
              <a:t>. If you're sending the letter to someone who speaks a different language, this is where you would translate it. You might also convert it to a particular format, like typing or handwriting.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500063" y="887413"/>
            <a:ext cx="11691937" cy="6586537"/>
          </a:xfrm>
        </p:spPr>
        <p:txBody>
          <a:bodyPr>
            <a:normAutofit/>
          </a:bodyPr>
          <a:lstStyle/>
          <a:p>
            <a:pPr marL="0" indent="0">
              <a:buNone/>
            </a:pPr>
            <a:r>
              <a:rPr lang="en-US" sz="2000" b="1" dirty="0"/>
              <a:t>3. Session Layer</a:t>
            </a:r>
          </a:p>
          <a:p>
            <a:pPr marL="0" indent="0">
              <a:buNone/>
            </a:pPr>
            <a:endParaRPr lang="en-US" sz="2000" b="1" dirty="0"/>
          </a:p>
          <a:p>
            <a:pPr marL="0" indent="0">
              <a:buNone/>
            </a:pPr>
            <a:r>
              <a:rPr lang="en-US" sz="2000" dirty="0"/>
              <a:t>The layer creates a logical or virtual path between the source and destination. </a:t>
            </a:r>
          </a:p>
          <a:p>
            <a:pPr marL="0" indent="0">
              <a:buNone/>
            </a:pPr>
            <a:r>
              <a:rPr lang="en-US" sz="2000" dirty="0"/>
              <a:t>Provides services to the presentation layer and to manage data exchange.</a:t>
            </a:r>
          </a:p>
          <a:p>
            <a:pPr marL="0" indent="0">
              <a:buNone/>
            </a:pPr>
            <a:r>
              <a:rPr lang="en-US" sz="2000" dirty="0"/>
              <a:t>Carries out the following tasks;</a:t>
            </a:r>
          </a:p>
          <a:p>
            <a:pPr marL="514350" indent="-514350">
              <a:buFont typeface="+mj-lt"/>
              <a:buAutoNum type="romanLcPeriod"/>
            </a:pPr>
            <a:r>
              <a:rPr lang="en-US" sz="2000" b="1" dirty="0"/>
              <a:t>Start the Session </a:t>
            </a:r>
          </a:p>
          <a:p>
            <a:pPr marL="0" indent="0">
              <a:buNone/>
            </a:pPr>
            <a:r>
              <a:rPr lang="en-US" sz="2000" dirty="0"/>
              <a:t>First the layer creates the logical path between the sender and receiver.</a:t>
            </a:r>
          </a:p>
          <a:p>
            <a:pPr marL="0" indent="0">
              <a:buNone/>
            </a:pPr>
            <a:r>
              <a:rPr lang="en-US" sz="2000" dirty="0"/>
              <a:t>Then it initiates the sending and receiving of data.</a:t>
            </a:r>
          </a:p>
          <a:p>
            <a:pPr marL="0" indent="0">
              <a:buNone/>
            </a:pPr>
            <a:r>
              <a:rPr lang="en-US" sz="2000" dirty="0"/>
              <a:t>ii.   </a:t>
            </a:r>
            <a:r>
              <a:rPr lang="en-US" sz="2000" b="1" dirty="0"/>
              <a:t>Manage the Session</a:t>
            </a:r>
          </a:p>
          <a:p>
            <a:pPr marL="0" indent="0">
              <a:buNone/>
            </a:pPr>
            <a:r>
              <a:rPr lang="en-US" sz="2000" dirty="0"/>
              <a:t>Takes care or monitor the logical path created during data communication. Protects the logical path.</a:t>
            </a:r>
          </a:p>
          <a:p>
            <a:pPr marL="0" indent="0">
              <a:buNone/>
            </a:pPr>
            <a:r>
              <a:rPr lang="en-US" sz="2000" dirty="0"/>
              <a:t>iii.   </a:t>
            </a:r>
            <a:r>
              <a:rPr lang="en-US" sz="2000" b="1" dirty="0"/>
              <a:t>End the Session</a:t>
            </a:r>
          </a:p>
          <a:p>
            <a:pPr>
              <a:buFontTx/>
              <a:buChar char="-"/>
            </a:pPr>
            <a:r>
              <a:rPr lang="en-US" sz="2000" dirty="0"/>
              <a:t>When the sending and receiving is finished, it closes the logical path.</a:t>
            </a:r>
          </a:p>
          <a:p>
            <a:pPr marL="0" indent="0">
              <a:buNone/>
            </a:pPr>
            <a:r>
              <a:rPr lang="en-US" sz="2000" dirty="0"/>
              <a:t>Function: Establishes, manages, and terminates communication sessions between devices.</a:t>
            </a:r>
          </a:p>
          <a:p>
            <a:pPr marL="0" indent="0">
              <a:buNone/>
            </a:pPr>
            <a:r>
              <a:rPr lang="en-US" sz="2000" dirty="0"/>
              <a:t>Real-life analogy: Opening and closing the envelope. Before the letter can be sent, you need to put it in an envelope (start the session), and when it's received, someone will open the envelope to read the letter (end the session).</a:t>
            </a:r>
          </a:p>
          <a:p>
            <a:pPr marL="0" indent="0">
              <a:buNone/>
            </a:pP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8C28E5F-083B-5247-FB38-7A3544F31B2F}"/>
              </a:ext>
            </a:extLst>
          </p:cNvPr>
          <p:cNvSpPr>
            <a:spLocks noGrp="1"/>
          </p:cNvSpPr>
          <p:nvPr>
            <p:ph type="ftr" sz="quarter" idx="11"/>
          </p:nvPr>
        </p:nvSpPr>
        <p:spPr/>
        <p:txBody>
          <a:bodyPr/>
          <a:lstStyle/>
          <a:p>
            <a:pPr defTabSz="609600"/>
            <a:r>
              <a:rPr lang="en-IN"/>
              <a:t>LABOR FOR THE FUTURE</a:t>
            </a:r>
            <a:endParaRPr lang="en-IN" dirty="0"/>
          </a:p>
        </p:txBody>
      </p:sp>
      <p:sp>
        <p:nvSpPr>
          <p:cNvPr id="4" name="TextBox 3">
            <a:extLst>
              <a:ext uri="{FF2B5EF4-FFF2-40B4-BE49-F238E27FC236}">
                <a16:creationId xmlns:a16="http://schemas.microsoft.com/office/drawing/2014/main" id="{04EB2970-D435-32D2-409C-F4F41AF414A6}"/>
              </a:ext>
            </a:extLst>
          </p:cNvPr>
          <p:cNvSpPr txBox="1"/>
          <p:nvPr/>
        </p:nvSpPr>
        <p:spPr>
          <a:xfrm>
            <a:off x="235428" y="202199"/>
            <a:ext cx="11824492" cy="6661119"/>
          </a:xfrm>
          <a:prstGeom prst="rect">
            <a:avLst/>
          </a:prstGeom>
          <a:noFill/>
        </p:spPr>
        <p:txBody>
          <a:bodyPr wrap="square">
            <a:spAutoFit/>
          </a:bodyPr>
          <a:lstStyle/>
          <a:p>
            <a:pPr algn="l">
              <a:lnSpc>
                <a:spcPct val="200000"/>
              </a:lnSpc>
            </a:pPr>
            <a:r>
              <a:rPr lang="en-US" sz="1800" b="1" u="none" strike="noStrike" baseline="0" dirty="0">
                <a:latin typeface="Georgia" panose="02040502050405020303" pitchFamily="18" charset="0"/>
              </a:rPr>
              <a:t>The </a:t>
            </a:r>
            <a:r>
              <a:rPr lang="en-US" sz="1800" b="1" u="none" strike="noStrike" baseline="0" dirty="0">
                <a:latin typeface="Georgia-Italic"/>
              </a:rPr>
              <a:t>Session layer </a:t>
            </a:r>
            <a:r>
              <a:rPr lang="en-US" sz="1800" b="0" i="0" u="none" strike="noStrike" baseline="0" dirty="0">
                <a:latin typeface="Georgia" panose="02040502050405020303" pitchFamily="18" charset="0"/>
              </a:rPr>
              <a:t>is responsible for setting up, managing, and dismantling sessions between</a:t>
            </a:r>
          </a:p>
          <a:p>
            <a:pPr algn="l">
              <a:lnSpc>
                <a:spcPct val="200000"/>
              </a:lnSpc>
            </a:pPr>
            <a:r>
              <a:rPr lang="en-US" sz="1800" b="0" i="0" u="none" strike="noStrike" baseline="0" dirty="0">
                <a:latin typeface="Georgia" panose="02040502050405020303" pitchFamily="18" charset="0"/>
              </a:rPr>
              <a:t>Presentation layer entities and keeping user data separate. Dialog control between devices also</a:t>
            </a:r>
          </a:p>
          <a:p>
            <a:pPr algn="l">
              <a:lnSpc>
                <a:spcPct val="200000"/>
              </a:lnSpc>
            </a:pPr>
            <a:r>
              <a:rPr lang="en-US" sz="1800" b="0" i="0" u="none" strike="noStrike" baseline="0" dirty="0">
                <a:latin typeface="Georgia" panose="02040502050405020303" pitchFamily="18" charset="0"/>
              </a:rPr>
              <a:t>occurs at this layer.</a:t>
            </a:r>
          </a:p>
          <a:p>
            <a:pPr algn="l">
              <a:lnSpc>
                <a:spcPct val="200000"/>
              </a:lnSpc>
            </a:pPr>
            <a:r>
              <a:rPr lang="en-US" sz="1800" b="0" i="0" u="none" strike="noStrike" baseline="0" dirty="0">
                <a:latin typeface="Georgia" panose="02040502050405020303" pitchFamily="18" charset="0"/>
              </a:rPr>
              <a:t>Communication between hosts’ various applications at the Session layer, as from a client to a</a:t>
            </a:r>
          </a:p>
          <a:p>
            <a:pPr algn="l">
              <a:lnSpc>
                <a:spcPct val="200000"/>
              </a:lnSpc>
            </a:pPr>
            <a:r>
              <a:rPr lang="en-US" sz="1800" b="0" i="0" u="none" strike="noStrike" baseline="0" dirty="0">
                <a:latin typeface="Georgia" panose="02040502050405020303" pitchFamily="18" charset="0"/>
              </a:rPr>
              <a:t>server, is coordinated and organized via three different modes: </a:t>
            </a:r>
            <a:r>
              <a:rPr lang="en-US" sz="1800" b="0" i="1" u="none" strike="noStrike" baseline="0" dirty="0">
                <a:latin typeface="Georgia-Italic"/>
              </a:rPr>
              <a:t>simplex</a:t>
            </a:r>
            <a:r>
              <a:rPr lang="en-US" sz="1800" b="0" i="0" u="none" strike="noStrike" baseline="0" dirty="0">
                <a:latin typeface="Georgia" panose="02040502050405020303" pitchFamily="18" charset="0"/>
              </a:rPr>
              <a:t>, </a:t>
            </a:r>
            <a:r>
              <a:rPr lang="en-US" sz="1800" b="0" i="1" u="none" strike="noStrike" baseline="0" dirty="0">
                <a:latin typeface="Georgia-Italic"/>
              </a:rPr>
              <a:t>half-duplex</a:t>
            </a:r>
            <a:r>
              <a:rPr lang="en-US" sz="1800" b="0" i="0" u="none" strike="noStrike" baseline="0" dirty="0">
                <a:latin typeface="Georgia" panose="02040502050405020303" pitchFamily="18" charset="0"/>
              </a:rPr>
              <a:t>, and </a:t>
            </a:r>
            <a:r>
              <a:rPr lang="en-US" sz="1800" b="0" i="1" u="none" strike="noStrike" baseline="0" dirty="0">
                <a:latin typeface="Georgia-Italic"/>
              </a:rPr>
              <a:t>fullduplex</a:t>
            </a:r>
            <a:r>
              <a:rPr lang="en-US" sz="1800" b="0" i="0" u="none" strike="noStrike" baseline="0" dirty="0">
                <a:latin typeface="Georgia" panose="02040502050405020303" pitchFamily="18" charset="0"/>
              </a:rPr>
              <a:t>.</a:t>
            </a:r>
          </a:p>
          <a:p>
            <a:pPr algn="l">
              <a:lnSpc>
                <a:spcPct val="200000"/>
              </a:lnSpc>
            </a:pPr>
            <a:r>
              <a:rPr lang="en-US" sz="1800" b="1" i="0" u="none" strike="noStrike" baseline="0" dirty="0">
                <a:latin typeface="Georgia" panose="02040502050405020303" pitchFamily="18" charset="0"/>
              </a:rPr>
              <a:t>Simplex </a:t>
            </a:r>
            <a:r>
              <a:rPr lang="en-US" sz="1800" b="0" i="0" u="none" strike="noStrike" baseline="0" dirty="0">
                <a:latin typeface="Georgia" panose="02040502050405020303" pitchFamily="18" charset="0"/>
              </a:rPr>
              <a:t>is simple one-way communication, kind of like saying something and not getting</a:t>
            </a:r>
          </a:p>
          <a:p>
            <a:pPr algn="l">
              <a:lnSpc>
                <a:spcPct val="200000"/>
              </a:lnSpc>
            </a:pPr>
            <a:r>
              <a:rPr lang="en-US" sz="1800" b="0" i="0" u="none" strike="noStrike" baseline="0" dirty="0">
                <a:latin typeface="Georgia" panose="02040502050405020303" pitchFamily="18" charset="0"/>
              </a:rPr>
              <a:t>a reply. </a:t>
            </a:r>
          </a:p>
          <a:p>
            <a:pPr algn="l">
              <a:lnSpc>
                <a:spcPct val="200000"/>
              </a:lnSpc>
            </a:pPr>
            <a:r>
              <a:rPr lang="en-US" sz="1800" b="1" i="0" u="none" strike="noStrike" baseline="0" dirty="0">
                <a:latin typeface="Georgia" panose="02040502050405020303" pitchFamily="18" charset="0"/>
              </a:rPr>
              <a:t>Half-duplex</a:t>
            </a:r>
            <a:r>
              <a:rPr lang="en-US" sz="1800" b="0" i="0" u="none" strike="noStrike" baseline="0" dirty="0">
                <a:latin typeface="Georgia" panose="02040502050405020303" pitchFamily="18" charset="0"/>
              </a:rPr>
              <a:t> is actual two-way communication, but it can take place in only one direction</a:t>
            </a:r>
          </a:p>
          <a:p>
            <a:pPr algn="l">
              <a:lnSpc>
                <a:spcPct val="200000"/>
              </a:lnSpc>
            </a:pPr>
            <a:r>
              <a:rPr lang="en-US" sz="1800" b="0" i="0" u="none" strike="noStrike" baseline="0" dirty="0">
                <a:latin typeface="Georgia" panose="02040502050405020303" pitchFamily="18" charset="0"/>
              </a:rPr>
              <a:t>at a time, preventing the interruption of the transmitting device. It’s like when pilots and ship</a:t>
            </a:r>
          </a:p>
          <a:p>
            <a:pPr algn="l">
              <a:lnSpc>
                <a:spcPct val="200000"/>
              </a:lnSpc>
            </a:pPr>
            <a:r>
              <a:rPr lang="en-US" sz="1800" b="0" i="0" u="none" strike="noStrike" baseline="0" dirty="0">
                <a:latin typeface="Georgia" panose="02040502050405020303" pitchFamily="18" charset="0"/>
              </a:rPr>
              <a:t>captains communicate over their radios, or even a walkie-talkie. But</a:t>
            </a:r>
          </a:p>
          <a:p>
            <a:pPr algn="l">
              <a:lnSpc>
                <a:spcPct val="200000"/>
              </a:lnSpc>
            </a:pPr>
            <a:r>
              <a:rPr lang="en-US" sz="1800" b="1" i="0" u="none" strike="noStrike" baseline="0" dirty="0">
                <a:latin typeface="Georgia" panose="02040502050405020303" pitchFamily="18" charset="0"/>
              </a:rPr>
              <a:t> full-duplex </a:t>
            </a:r>
            <a:r>
              <a:rPr lang="en-US" sz="1800" b="0" i="0" u="none" strike="noStrike" baseline="0" dirty="0">
                <a:latin typeface="Georgia" panose="02040502050405020303" pitchFamily="18" charset="0"/>
              </a:rPr>
              <a:t>is exactly like a real conversation where devices can transmit and receive at the same time, much like two people  arguing or interrupting each other during a telephone conversation.</a:t>
            </a:r>
            <a:endParaRPr lang="en-RW" dirty="0"/>
          </a:p>
        </p:txBody>
      </p:sp>
    </p:spTree>
    <p:extLst>
      <p:ext uri="{BB962C8B-B14F-4D97-AF65-F5344CB8AC3E}">
        <p14:creationId xmlns:p14="http://schemas.microsoft.com/office/powerpoint/2010/main" val="6775089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482600" y="133350"/>
            <a:ext cx="11709400" cy="6572250"/>
          </a:xfrm>
        </p:spPr>
        <p:txBody>
          <a:bodyPr>
            <a:normAutofit fontScale="62500" lnSpcReduction="20000"/>
          </a:bodyPr>
          <a:lstStyle/>
          <a:p>
            <a:pPr marL="0" indent="0">
              <a:buNone/>
            </a:pPr>
            <a:endParaRPr lang="en-US" dirty="0"/>
          </a:p>
          <a:p>
            <a:pPr marL="0" indent="0">
              <a:buNone/>
            </a:pPr>
            <a:r>
              <a:rPr lang="en-US" b="1" dirty="0"/>
              <a:t>4. Transport Layer</a:t>
            </a:r>
          </a:p>
          <a:p>
            <a:pPr marL="0" indent="0">
              <a:buNone/>
            </a:pPr>
            <a:endParaRPr lang="en-US" b="1" dirty="0"/>
          </a:p>
          <a:p>
            <a:pPr marL="0" indent="0">
              <a:buNone/>
            </a:pPr>
            <a:r>
              <a:rPr lang="en-US" dirty="0"/>
              <a:t>Defines services to segment, transfer, and reassemble the data for individual communications.</a:t>
            </a:r>
          </a:p>
          <a:p>
            <a:pPr marL="0" indent="0">
              <a:lnSpc>
                <a:spcPct val="120000"/>
              </a:lnSpc>
              <a:buNone/>
            </a:pPr>
            <a:r>
              <a:rPr lang="en-US" dirty="0"/>
              <a:t>Carries out the following tasks;</a:t>
            </a:r>
          </a:p>
          <a:p>
            <a:pPr marL="400050" indent="-400050">
              <a:lnSpc>
                <a:spcPct val="120000"/>
              </a:lnSpc>
              <a:buAutoNum type="romanLcPeriod"/>
            </a:pPr>
            <a:r>
              <a:rPr lang="en-US" b="1" dirty="0"/>
              <a:t>Segmentation and Reassembling</a:t>
            </a:r>
          </a:p>
          <a:p>
            <a:pPr>
              <a:lnSpc>
                <a:spcPct val="120000"/>
              </a:lnSpc>
              <a:buFontTx/>
              <a:buChar char="-"/>
            </a:pPr>
            <a:r>
              <a:rPr lang="en-US" dirty="0"/>
              <a:t>Segmentation happens on the sender side to break the original big data into segments/small pieces before sending. Data is sent as segments. E.g. “ Bring it Dan” is sent as segments ‘Bring’ ‘it’ ‘Dan’</a:t>
            </a:r>
          </a:p>
          <a:p>
            <a:pPr>
              <a:lnSpc>
                <a:spcPct val="120000"/>
              </a:lnSpc>
              <a:buFontTx/>
              <a:buChar char="-"/>
            </a:pPr>
            <a:r>
              <a:rPr lang="en-US" dirty="0"/>
              <a:t>Reassembling happens on the receiver side to collect the data pieces/segments together to form the original data. The individual segments of ‘Bring’ ‘it’ ‘Dan’ is put back to “ Bring it Dan”.</a:t>
            </a:r>
          </a:p>
          <a:p>
            <a:pPr marL="0" indent="0">
              <a:lnSpc>
                <a:spcPct val="120000"/>
              </a:lnSpc>
              <a:buNone/>
            </a:pPr>
            <a:r>
              <a:rPr lang="en-US" b="1" dirty="0"/>
              <a:t>ii.   Flow Control</a:t>
            </a:r>
          </a:p>
          <a:p>
            <a:pPr>
              <a:lnSpc>
                <a:spcPct val="120000"/>
              </a:lnSpc>
              <a:buFontTx/>
              <a:buChar char="-"/>
            </a:pPr>
            <a:r>
              <a:rPr lang="en-US" dirty="0"/>
              <a:t>Manages the flow of data speed while sending and receiving data. Ensures that the transfer speed of both sending and receiving devices is matching.</a:t>
            </a:r>
          </a:p>
          <a:p>
            <a:pPr marL="0" indent="0">
              <a:lnSpc>
                <a:spcPct val="120000"/>
              </a:lnSpc>
              <a:buNone/>
            </a:pPr>
            <a:r>
              <a:rPr lang="en-US" b="1" dirty="0"/>
              <a:t>iii.  Error Control</a:t>
            </a:r>
          </a:p>
          <a:p>
            <a:pPr>
              <a:lnSpc>
                <a:spcPct val="120000"/>
              </a:lnSpc>
              <a:buFontTx/>
              <a:buChar char="-"/>
            </a:pPr>
            <a:r>
              <a:rPr lang="en-US" dirty="0"/>
              <a:t>In case there is data loss during the transfer process, the sender resends the data.</a:t>
            </a:r>
          </a:p>
          <a:p>
            <a:pPr marL="0" indent="0">
              <a:buNone/>
            </a:pPr>
            <a:endParaRPr lang="en-US" dirty="0"/>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50032" y="763279"/>
            <a:ext cx="11115869" cy="2168525"/>
          </a:xfrm>
          <a:prstGeom prst="rect">
            <a:avLst/>
          </a:prstGeom>
        </p:spPr>
        <p:txBody>
          <a:bodyPr wrap="square">
            <a:spAutoFit/>
          </a:bodyPr>
          <a:lstStyle/>
          <a:p>
            <a:pPr>
              <a:lnSpc>
                <a:spcPct val="150000"/>
              </a:lnSpc>
            </a:pPr>
            <a:r>
              <a:rPr lang="en-US" b="1" dirty="0"/>
              <a:t>Function</a:t>
            </a:r>
            <a:r>
              <a:rPr lang="en-US" dirty="0"/>
              <a:t>: Ensures that data is sent and received correctly, handling error correction and data flow control. This includes protocols like </a:t>
            </a:r>
            <a:r>
              <a:rPr lang="en-US" b="1" dirty="0"/>
              <a:t>TCP</a:t>
            </a:r>
            <a:r>
              <a:rPr lang="en-US" dirty="0"/>
              <a:t> or </a:t>
            </a:r>
            <a:r>
              <a:rPr lang="en-US" b="1" dirty="0"/>
              <a:t>UDP</a:t>
            </a:r>
            <a:r>
              <a:rPr lang="en-US" dirty="0"/>
              <a:t>.</a:t>
            </a:r>
          </a:p>
          <a:p>
            <a:pPr>
              <a:lnSpc>
                <a:spcPct val="150000"/>
              </a:lnSpc>
              <a:buFont typeface="Arial" panose="020B0604020202020204" pitchFamily="34" charset="0"/>
              <a:buChar char="•"/>
            </a:pPr>
            <a:r>
              <a:rPr lang="en-US" b="1" dirty="0"/>
              <a:t>Real-life analogy</a:t>
            </a:r>
            <a:r>
              <a:rPr lang="en-US" dirty="0"/>
              <a:t>: </a:t>
            </a:r>
            <a:r>
              <a:rPr lang="en-US" b="1" dirty="0"/>
              <a:t>Ensuring the letter is delivered correctly</a:t>
            </a:r>
            <a:r>
              <a:rPr lang="en-US" dirty="0"/>
              <a:t>. This is like using a </a:t>
            </a:r>
            <a:r>
              <a:rPr lang="en-US" b="1" dirty="0"/>
              <a:t>registered mail service</a:t>
            </a:r>
            <a:r>
              <a:rPr lang="en-US" dirty="0"/>
              <a:t> that ensures your letter will be delivered, perhaps with a tracking number, and that the contents of the letter will arrive in the correct order and unbroken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C377AC2-1749-9B33-8BD3-A7689DF53621}"/>
              </a:ext>
            </a:extLst>
          </p:cNvPr>
          <p:cNvSpPr>
            <a:spLocks noGrp="1"/>
          </p:cNvSpPr>
          <p:nvPr>
            <p:ph type="ftr" sz="quarter" idx="11"/>
          </p:nvPr>
        </p:nvSpPr>
        <p:spPr/>
        <p:txBody>
          <a:bodyPr/>
          <a:lstStyle/>
          <a:p>
            <a:pPr defTabSz="609600"/>
            <a:r>
              <a:rPr lang="en-IN"/>
              <a:t>LABOR FOR THE FUTURE</a:t>
            </a:r>
            <a:endParaRPr lang="en-IN" dirty="0"/>
          </a:p>
        </p:txBody>
      </p:sp>
      <p:sp>
        <p:nvSpPr>
          <p:cNvPr id="4" name="TextBox 3">
            <a:extLst>
              <a:ext uri="{FF2B5EF4-FFF2-40B4-BE49-F238E27FC236}">
                <a16:creationId xmlns:a16="http://schemas.microsoft.com/office/drawing/2014/main" id="{46A8D294-5A89-6EA6-B3C1-23EFF163DDA3}"/>
              </a:ext>
            </a:extLst>
          </p:cNvPr>
          <p:cNvSpPr txBox="1"/>
          <p:nvPr/>
        </p:nvSpPr>
        <p:spPr>
          <a:xfrm>
            <a:off x="0" y="104339"/>
            <a:ext cx="12120880" cy="2125262"/>
          </a:xfrm>
          <a:prstGeom prst="rect">
            <a:avLst/>
          </a:prstGeom>
          <a:noFill/>
        </p:spPr>
        <p:txBody>
          <a:bodyPr wrap="square">
            <a:spAutoFit/>
          </a:bodyPr>
          <a:lstStyle/>
          <a:p>
            <a:pPr algn="l">
              <a:lnSpc>
                <a:spcPct val="150000"/>
              </a:lnSpc>
            </a:pPr>
            <a:r>
              <a:rPr lang="en-US" sz="1800" b="1" i="0" u="none" strike="noStrike" baseline="0" dirty="0">
                <a:latin typeface="Tahoma-Bold"/>
              </a:rPr>
              <a:t>Connection-Oriented Communication</a:t>
            </a:r>
          </a:p>
          <a:p>
            <a:pPr algn="l">
              <a:lnSpc>
                <a:spcPct val="150000"/>
              </a:lnSpc>
            </a:pPr>
            <a:r>
              <a:rPr lang="en-US" sz="1800" b="0" i="0" u="none" strike="noStrike" baseline="0" dirty="0">
                <a:latin typeface="Georgia" panose="02040502050405020303" pitchFamily="18" charset="0"/>
              </a:rPr>
              <a:t>For reliable transport to occur, a device that wants to transmit must first establish a connection oriented</a:t>
            </a:r>
          </a:p>
          <a:p>
            <a:pPr algn="l">
              <a:lnSpc>
                <a:spcPct val="150000"/>
              </a:lnSpc>
            </a:pPr>
            <a:r>
              <a:rPr lang="en-US" sz="1800" b="0" i="0" u="none" strike="noStrike" baseline="0" dirty="0">
                <a:latin typeface="Georgia" panose="02040502050405020303" pitchFamily="18" charset="0"/>
              </a:rPr>
              <a:t>communication session with a remote device—its peer system—known as a </a:t>
            </a:r>
            <a:r>
              <a:rPr lang="en-US" sz="1800" b="0" i="1" u="none" strike="noStrike" baseline="0" dirty="0">
                <a:latin typeface="Georgia-Italic"/>
              </a:rPr>
              <a:t>call setup </a:t>
            </a:r>
            <a:r>
              <a:rPr lang="en-US" sz="1800" b="0" i="0" u="none" strike="noStrike" baseline="0" dirty="0">
                <a:latin typeface="Georgia" panose="02040502050405020303" pitchFamily="18" charset="0"/>
              </a:rPr>
              <a:t>or</a:t>
            </a:r>
          </a:p>
          <a:p>
            <a:pPr algn="l">
              <a:lnSpc>
                <a:spcPct val="150000"/>
              </a:lnSpc>
            </a:pPr>
            <a:r>
              <a:rPr lang="en-US" sz="1800" b="0" i="0" u="none" strike="noStrike" baseline="0" dirty="0">
                <a:latin typeface="Georgia" panose="02040502050405020303" pitchFamily="18" charset="0"/>
              </a:rPr>
              <a:t>a </a:t>
            </a:r>
            <a:r>
              <a:rPr lang="en-US" sz="1800" b="0" i="1" u="none" strike="noStrike" baseline="0" dirty="0">
                <a:latin typeface="Georgia-Italic"/>
              </a:rPr>
              <a:t>three-way handshake</a:t>
            </a:r>
            <a:r>
              <a:rPr lang="en-US" sz="1800" b="0" i="0" u="none" strike="noStrike" baseline="0" dirty="0">
                <a:latin typeface="Georgia" panose="02040502050405020303" pitchFamily="18" charset="0"/>
              </a:rPr>
              <a:t>. Once this process is complete, the data transfer occurs, and when it’s</a:t>
            </a:r>
          </a:p>
          <a:p>
            <a:pPr algn="l">
              <a:lnSpc>
                <a:spcPct val="150000"/>
              </a:lnSpc>
            </a:pPr>
            <a:r>
              <a:rPr lang="en-US" sz="1800" b="0" i="0" u="none" strike="noStrike" baseline="0" dirty="0">
                <a:latin typeface="Georgia" panose="02040502050405020303" pitchFamily="18" charset="0"/>
              </a:rPr>
              <a:t>finished, a call termination takes place to tear down the virtual circuit.</a:t>
            </a:r>
            <a:endParaRPr lang="en-RW" dirty="0"/>
          </a:p>
        </p:txBody>
      </p:sp>
      <p:pic>
        <p:nvPicPr>
          <p:cNvPr id="6" name="Picture 5">
            <a:extLst>
              <a:ext uri="{FF2B5EF4-FFF2-40B4-BE49-F238E27FC236}">
                <a16:creationId xmlns:a16="http://schemas.microsoft.com/office/drawing/2014/main" id="{5501F439-1E3E-4332-2364-B9AB9343863C}"/>
              </a:ext>
            </a:extLst>
          </p:cNvPr>
          <p:cNvPicPr>
            <a:picLocks noChangeAspect="1"/>
          </p:cNvPicPr>
          <p:nvPr/>
        </p:nvPicPr>
        <p:blipFill>
          <a:blip r:embed="rId2"/>
          <a:stretch>
            <a:fillRect/>
          </a:stretch>
        </p:blipFill>
        <p:spPr>
          <a:xfrm>
            <a:off x="156685" y="2871331"/>
            <a:ext cx="3389156" cy="3249976"/>
          </a:xfrm>
          <a:prstGeom prst="rect">
            <a:avLst/>
          </a:prstGeom>
        </p:spPr>
      </p:pic>
      <p:sp>
        <p:nvSpPr>
          <p:cNvPr id="8" name="TextBox 7">
            <a:extLst>
              <a:ext uri="{FF2B5EF4-FFF2-40B4-BE49-F238E27FC236}">
                <a16:creationId xmlns:a16="http://schemas.microsoft.com/office/drawing/2014/main" id="{25855A4B-D9A1-1F27-8290-3D3407BFCEC0}"/>
              </a:ext>
            </a:extLst>
          </p:cNvPr>
          <p:cNvSpPr txBox="1"/>
          <p:nvPr/>
        </p:nvSpPr>
        <p:spPr>
          <a:xfrm>
            <a:off x="3702526" y="2516466"/>
            <a:ext cx="8489474" cy="3787255"/>
          </a:xfrm>
          <a:prstGeom prst="rect">
            <a:avLst/>
          </a:prstGeom>
          <a:noFill/>
        </p:spPr>
        <p:txBody>
          <a:bodyPr wrap="square">
            <a:spAutoFit/>
          </a:bodyPr>
          <a:lstStyle/>
          <a:p>
            <a:pPr algn="l">
              <a:lnSpc>
                <a:spcPct val="150000"/>
              </a:lnSpc>
            </a:pPr>
            <a:r>
              <a:rPr lang="en-US" sz="1800" b="0" i="0" u="none" strike="noStrike" baseline="0" dirty="0">
                <a:latin typeface="Georgia" panose="02040502050405020303" pitchFamily="18" charset="0"/>
              </a:rPr>
              <a:t>The first “</a:t>
            </a:r>
            <a:r>
              <a:rPr lang="en-US" sz="1800" b="1" i="0" u="none" strike="noStrike" baseline="0" dirty="0">
                <a:latin typeface="Georgia" panose="02040502050405020303" pitchFamily="18" charset="0"/>
              </a:rPr>
              <a:t>connection agreemen</a:t>
            </a:r>
            <a:r>
              <a:rPr lang="en-US" sz="1800" b="0" i="0" u="none" strike="noStrike" baseline="0" dirty="0">
                <a:latin typeface="Georgia" panose="02040502050405020303" pitchFamily="18" charset="0"/>
              </a:rPr>
              <a:t>t” segment is a request for </a:t>
            </a:r>
            <a:r>
              <a:rPr lang="en-US" sz="1800" b="1" i="1" u="none" strike="noStrike" baseline="0" dirty="0">
                <a:latin typeface="Georgia-Italic"/>
              </a:rPr>
              <a:t>synchronization (SYN)</a:t>
            </a:r>
            <a:r>
              <a:rPr lang="en-US" sz="1800" b="1" i="0" u="none" strike="noStrike" baseline="0" dirty="0">
                <a:latin typeface="Georgia" panose="02040502050405020303" pitchFamily="18" charset="0"/>
              </a:rPr>
              <a:t>.</a:t>
            </a:r>
          </a:p>
          <a:p>
            <a:pPr algn="l">
              <a:lnSpc>
                <a:spcPct val="150000"/>
              </a:lnSpc>
            </a:pPr>
            <a:r>
              <a:rPr lang="en-US" sz="1800" b="0" i="0" u="none" strike="noStrike" baseline="0" dirty="0">
                <a:latin typeface="Georgia" panose="02040502050405020303" pitchFamily="18" charset="0"/>
              </a:rPr>
              <a:t>The next segments </a:t>
            </a:r>
            <a:r>
              <a:rPr lang="en-US" sz="1800" b="1" i="1" u="none" strike="noStrike" baseline="0" dirty="0">
                <a:latin typeface="Georgia-Italic"/>
              </a:rPr>
              <a:t>acknowledge</a:t>
            </a:r>
            <a:r>
              <a:rPr lang="en-US" sz="1800" b="0" i="1" u="none" strike="noStrike" baseline="0" dirty="0">
                <a:latin typeface="Georgia-Italic"/>
              </a:rPr>
              <a:t> (ACK) </a:t>
            </a:r>
            <a:r>
              <a:rPr lang="en-US" sz="1800" b="0" i="0" u="none" strike="noStrike" baseline="0" dirty="0">
                <a:latin typeface="Georgia" panose="02040502050405020303" pitchFamily="18" charset="0"/>
              </a:rPr>
              <a:t>the request and establish connection parameters—the rules</a:t>
            </a:r>
            <a:r>
              <a:rPr lang="en-US" dirty="0">
                <a:latin typeface="Georgia" panose="02040502050405020303" pitchFamily="18" charset="0"/>
              </a:rPr>
              <a:t> </a:t>
            </a:r>
            <a:r>
              <a:rPr lang="en-US" sz="1800" b="0" i="0" u="none" strike="noStrike" baseline="0" dirty="0">
                <a:latin typeface="Georgia" panose="02040502050405020303" pitchFamily="18" charset="0"/>
              </a:rPr>
              <a:t>between hosts. These segments request that the receiver’s sequencing is synchronized. </a:t>
            </a:r>
          </a:p>
          <a:p>
            <a:pPr algn="l">
              <a:lnSpc>
                <a:spcPct val="150000"/>
              </a:lnSpc>
            </a:pPr>
            <a:r>
              <a:rPr lang="en-US" sz="1800" b="0" i="0" u="none" strike="noStrike" baseline="0" dirty="0">
                <a:latin typeface="Georgia" panose="02040502050405020303" pitchFamily="18" charset="0"/>
              </a:rPr>
              <a:t>here as well so that a bidirectional connection can be formed.</a:t>
            </a:r>
          </a:p>
          <a:p>
            <a:pPr algn="l">
              <a:lnSpc>
                <a:spcPct val="150000"/>
              </a:lnSpc>
            </a:pPr>
            <a:r>
              <a:rPr lang="en-US" sz="1800" b="0" i="0" u="none" strike="noStrike" baseline="0" dirty="0">
                <a:latin typeface="Georgia" panose="02040502050405020303" pitchFamily="18" charset="0"/>
              </a:rPr>
              <a:t>The final segment is also an </a:t>
            </a:r>
            <a:r>
              <a:rPr lang="en-US" sz="1800" b="1" i="0" u="none" strike="noStrike" baseline="0" dirty="0">
                <a:latin typeface="Georgia" panose="02040502050405020303" pitchFamily="18" charset="0"/>
              </a:rPr>
              <a:t>acknowledgment,</a:t>
            </a:r>
            <a:r>
              <a:rPr lang="en-US" sz="1800" b="0" i="0" u="none" strike="noStrike" baseline="0" dirty="0">
                <a:latin typeface="Georgia" panose="02040502050405020303" pitchFamily="18" charset="0"/>
              </a:rPr>
              <a:t> which notifies the destination host that the connection agreement has been accepted and that the actual connection has been established. Data transfer can now begin.</a:t>
            </a:r>
            <a:endParaRPr lang="en-RW" dirty="0"/>
          </a:p>
        </p:txBody>
      </p:sp>
    </p:spTree>
    <p:extLst>
      <p:ext uri="{BB962C8B-B14F-4D97-AF65-F5344CB8AC3E}">
        <p14:creationId xmlns:p14="http://schemas.microsoft.com/office/powerpoint/2010/main" val="7467076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121920"/>
            <a:ext cx="12120880" cy="6437630"/>
          </a:xfrm>
        </p:spPr>
        <p:txBody>
          <a:bodyPr>
            <a:normAutofit lnSpcReduction="10000"/>
          </a:bodyPr>
          <a:lstStyle/>
          <a:p>
            <a:pPr marL="0" indent="0">
              <a:buNone/>
            </a:pPr>
            <a:endParaRPr lang="en-US" sz="2200" dirty="0"/>
          </a:p>
          <a:p>
            <a:pPr marL="0" indent="0">
              <a:lnSpc>
                <a:spcPct val="100000"/>
              </a:lnSpc>
              <a:buNone/>
            </a:pPr>
            <a:r>
              <a:rPr lang="en-US" sz="2200" b="1" dirty="0"/>
              <a:t>5. Network Layer</a:t>
            </a:r>
          </a:p>
          <a:p>
            <a:pPr marL="0" indent="0">
              <a:lnSpc>
                <a:spcPct val="100000"/>
              </a:lnSpc>
              <a:buNone/>
            </a:pPr>
            <a:r>
              <a:rPr lang="en-US" sz="2200" dirty="0"/>
              <a:t>Carried out by routers or layer-three switches.</a:t>
            </a:r>
          </a:p>
          <a:p>
            <a:pPr marL="0" indent="0">
              <a:lnSpc>
                <a:spcPct val="100000"/>
              </a:lnSpc>
              <a:buNone/>
            </a:pPr>
            <a:r>
              <a:rPr lang="en-US" sz="2200" dirty="0"/>
              <a:t>Provides services to exchange the individual pieces of data over the network.</a:t>
            </a:r>
          </a:p>
          <a:p>
            <a:pPr marL="0" indent="0">
              <a:lnSpc>
                <a:spcPct val="100000"/>
              </a:lnSpc>
              <a:buNone/>
            </a:pPr>
            <a:r>
              <a:rPr lang="en-US" sz="2200" dirty="0"/>
              <a:t>Carries out the following tasks;</a:t>
            </a:r>
          </a:p>
          <a:p>
            <a:pPr marL="400050" indent="-400050">
              <a:lnSpc>
                <a:spcPct val="100000"/>
              </a:lnSpc>
              <a:buAutoNum type="romanLcPeriod"/>
            </a:pPr>
            <a:r>
              <a:rPr lang="en-US" sz="2200" b="1" dirty="0"/>
              <a:t>Routing</a:t>
            </a:r>
          </a:p>
          <a:p>
            <a:pPr>
              <a:lnSpc>
                <a:spcPct val="100000"/>
              </a:lnSpc>
              <a:buFontTx/>
              <a:buChar char="-"/>
            </a:pPr>
            <a:r>
              <a:rPr lang="en-US" sz="2200" dirty="0"/>
              <a:t>Uses a router to connect one network to another network. Connecting different networks.</a:t>
            </a:r>
          </a:p>
          <a:p>
            <a:pPr marL="0" indent="0">
              <a:lnSpc>
                <a:spcPct val="100000"/>
              </a:lnSpc>
              <a:buNone/>
            </a:pPr>
            <a:r>
              <a:rPr lang="en-US" sz="2200" dirty="0"/>
              <a:t>ii.   </a:t>
            </a:r>
            <a:r>
              <a:rPr lang="en-US" sz="2200" b="1" dirty="0"/>
              <a:t>Assigning IP address</a:t>
            </a:r>
          </a:p>
          <a:p>
            <a:pPr>
              <a:lnSpc>
                <a:spcPct val="100000"/>
              </a:lnSpc>
              <a:buFontTx/>
              <a:buChar char="-"/>
            </a:pPr>
            <a:r>
              <a:rPr lang="en-US" sz="2200" dirty="0"/>
              <a:t>Assigns source IP and destination IP addresses to data being </a:t>
            </a:r>
            <a:r>
              <a:rPr lang="en-US" sz="2200" dirty="0" err="1"/>
              <a:t>transfered</a:t>
            </a:r>
            <a:r>
              <a:rPr lang="en-US" sz="2200" dirty="0"/>
              <a:t>.</a:t>
            </a:r>
          </a:p>
          <a:p>
            <a:pPr marL="0" indent="0">
              <a:lnSpc>
                <a:spcPct val="100000"/>
              </a:lnSpc>
              <a:buNone/>
            </a:pPr>
            <a:r>
              <a:rPr lang="en-US" sz="2200" dirty="0"/>
              <a:t>iii.  </a:t>
            </a:r>
            <a:r>
              <a:rPr lang="en-US" sz="2200" b="1" dirty="0"/>
              <a:t>Select Best Path</a:t>
            </a:r>
          </a:p>
          <a:p>
            <a:pPr>
              <a:lnSpc>
                <a:spcPct val="100000"/>
              </a:lnSpc>
              <a:buFontTx/>
              <a:buChar char="-"/>
            </a:pPr>
            <a:r>
              <a:rPr lang="en-US" sz="2200" dirty="0"/>
              <a:t>When there is multiple paths to the destination, the router will choose the best path to send data.</a:t>
            </a:r>
          </a:p>
          <a:p>
            <a:r>
              <a:rPr lang="en-US" sz="2400" b="1" dirty="0"/>
              <a:t>Function</a:t>
            </a:r>
            <a:r>
              <a:rPr lang="en-US" sz="2400" dirty="0"/>
              <a:t>: Routes data from the source to the destination. This is where </a:t>
            </a:r>
            <a:r>
              <a:rPr lang="en-US" sz="2400" b="1" dirty="0"/>
              <a:t>IP addresses</a:t>
            </a:r>
            <a:r>
              <a:rPr lang="en-US" sz="2400" dirty="0"/>
              <a:t> and </a:t>
            </a:r>
            <a:r>
              <a:rPr lang="en-US" sz="2400" b="1" dirty="0"/>
              <a:t>routing</a:t>
            </a:r>
            <a:r>
              <a:rPr lang="en-US" sz="2400" dirty="0"/>
              <a:t> come into play.</a:t>
            </a:r>
          </a:p>
          <a:p>
            <a:r>
              <a:rPr lang="en-US" sz="2400" b="1" dirty="0"/>
              <a:t>Real-life analogy</a:t>
            </a:r>
            <a:r>
              <a:rPr lang="en-US" sz="2400" dirty="0"/>
              <a:t>: </a:t>
            </a:r>
            <a:r>
              <a:rPr lang="en-US" sz="2400" b="1" dirty="0"/>
              <a:t>Choosing the route</a:t>
            </a:r>
            <a:r>
              <a:rPr lang="en-US" sz="2400" dirty="0"/>
              <a:t>. This is like selecting which </a:t>
            </a:r>
            <a:r>
              <a:rPr lang="en-US" sz="2400" b="1" dirty="0"/>
              <a:t>postal service</a:t>
            </a:r>
            <a:r>
              <a:rPr lang="en-US" sz="2400" dirty="0"/>
              <a:t> to use, which transport routes will be taken, and determining the destination address (like an IP address) for the letter.</a:t>
            </a:r>
          </a:p>
          <a:p>
            <a:pPr marL="0" indent="0">
              <a:buNone/>
            </a:pPr>
            <a:endParaRPr lang="en-US" sz="2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586BD81-762B-2A3C-AB29-BCA3F0746953}"/>
              </a:ext>
            </a:extLst>
          </p:cNvPr>
          <p:cNvSpPr>
            <a:spLocks noGrp="1"/>
          </p:cNvSpPr>
          <p:nvPr>
            <p:ph type="ftr" sz="quarter" idx="11"/>
          </p:nvPr>
        </p:nvSpPr>
        <p:spPr/>
        <p:txBody>
          <a:bodyPr/>
          <a:lstStyle/>
          <a:p>
            <a:pPr defTabSz="609600"/>
            <a:r>
              <a:rPr lang="en-IN"/>
              <a:t>LABOR FOR THE FUTURE</a:t>
            </a:r>
            <a:endParaRPr lang="en-IN" dirty="0"/>
          </a:p>
        </p:txBody>
      </p:sp>
      <p:sp>
        <p:nvSpPr>
          <p:cNvPr id="4" name="TextBox 3">
            <a:extLst>
              <a:ext uri="{FF2B5EF4-FFF2-40B4-BE49-F238E27FC236}">
                <a16:creationId xmlns:a16="http://schemas.microsoft.com/office/drawing/2014/main" id="{8DC18D3D-9EF1-CF31-41C4-E180AAA369B3}"/>
              </a:ext>
            </a:extLst>
          </p:cNvPr>
          <p:cNvSpPr txBox="1"/>
          <p:nvPr/>
        </p:nvSpPr>
        <p:spPr>
          <a:xfrm>
            <a:off x="325121" y="254000"/>
            <a:ext cx="11866879" cy="2540760"/>
          </a:xfrm>
          <a:prstGeom prst="rect">
            <a:avLst/>
          </a:prstGeom>
          <a:noFill/>
        </p:spPr>
        <p:txBody>
          <a:bodyPr wrap="square">
            <a:spAutoFit/>
          </a:bodyPr>
          <a:lstStyle/>
          <a:p>
            <a:pPr algn="l">
              <a:lnSpc>
                <a:spcPct val="150000"/>
              </a:lnSpc>
            </a:pPr>
            <a:r>
              <a:rPr lang="en-US" sz="1800" b="1" i="0" u="none" strike="noStrike" baseline="0" dirty="0">
                <a:solidFill>
                  <a:srgbClr val="000000"/>
                </a:solidFill>
                <a:latin typeface="Georgia-Bold"/>
              </a:rPr>
              <a:t>Route Update Packets </a:t>
            </a:r>
            <a:r>
              <a:rPr lang="en-US" sz="1800" b="0" i="0" u="none" strike="noStrike" baseline="0" dirty="0">
                <a:solidFill>
                  <a:srgbClr val="000000"/>
                </a:solidFill>
                <a:latin typeface="Georgia" panose="02040502050405020303" pitchFamily="18" charset="0"/>
              </a:rPr>
              <a:t>These packets are used to update neighboring routers about the networks connected to all routers within the internetwork. Protocols that send route update packets are called routing protocols; the most critical ones for CCNA are RIPv2, EIGRP, and OSPF. Route update packets are used to help build and maintain routing tables.</a:t>
            </a:r>
          </a:p>
          <a:p>
            <a:pPr algn="l">
              <a:lnSpc>
                <a:spcPct val="150000"/>
              </a:lnSpc>
            </a:pPr>
            <a:r>
              <a:rPr lang="en-US" sz="1800" b="0" i="0" u="none" strike="noStrike" baseline="0" dirty="0">
                <a:solidFill>
                  <a:srgbClr val="000000"/>
                </a:solidFill>
                <a:latin typeface="Georgia" panose="02040502050405020303" pitchFamily="18" charset="0"/>
              </a:rPr>
              <a:t>shows an example of a routing table. The routing table each router keeps and refers</a:t>
            </a:r>
          </a:p>
          <a:p>
            <a:pPr algn="l">
              <a:lnSpc>
                <a:spcPct val="150000"/>
              </a:lnSpc>
            </a:pPr>
            <a:r>
              <a:rPr lang="en-US" sz="1800" b="0" i="0" u="none" strike="noStrike" baseline="0" dirty="0">
                <a:solidFill>
                  <a:srgbClr val="000000"/>
                </a:solidFill>
                <a:latin typeface="Georgia" panose="02040502050405020303" pitchFamily="18" charset="0"/>
              </a:rPr>
              <a:t>to includes the following information:</a:t>
            </a:r>
            <a:endParaRPr lang="en-RW" dirty="0"/>
          </a:p>
        </p:txBody>
      </p:sp>
      <p:pic>
        <p:nvPicPr>
          <p:cNvPr id="6" name="Picture 5">
            <a:extLst>
              <a:ext uri="{FF2B5EF4-FFF2-40B4-BE49-F238E27FC236}">
                <a16:creationId xmlns:a16="http://schemas.microsoft.com/office/drawing/2014/main" id="{FA468AE7-682B-685D-D6D2-83447902C171}"/>
              </a:ext>
            </a:extLst>
          </p:cNvPr>
          <p:cNvPicPr>
            <a:picLocks noChangeAspect="1"/>
          </p:cNvPicPr>
          <p:nvPr/>
        </p:nvPicPr>
        <p:blipFill>
          <a:blip r:embed="rId2"/>
          <a:stretch>
            <a:fillRect/>
          </a:stretch>
        </p:blipFill>
        <p:spPr>
          <a:xfrm>
            <a:off x="243841" y="2847224"/>
            <a:ext cx="7731759" cy="3827221"/>
          </a:xfrm>
          <a:prstGeom prst="rect">
            <a:avLst/>
          </a:prstGeom>
        </p:spPr>
      </p:pic>
    </p:spTree>
    <p:extLst>
      <p:ext uri="{BB962C8B-B14F-4D97-AF65-F5344CB8AC3E}">
        <p14:creationId xmlns:p14="http://schemas.microsoft.com/office/powerpoint/2010/main" val="13605923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243840" y="404019"/>
            <a:ext cx="11369675" cy="6049962"/>
          </a:xfrm>
        </p:spPr>
        <p:txBody>
          <a:bodyPr>
            <a:normAutofit fontScale="85000" lnSpcReduction="20000"/>
          </a:bodyPr>
          <a:lstStyle/>
          <a:p>
            <a:pPr marL="0" indent="0">
              <a:lnSpc>
                <a:spcPct val="150000"/>
              </a:lnSpc>
              <a:buNone/>
            </a:pPr>
            <a:r>
              <a:rPr lang="en-US" sz="2200" b="1" dirty="0"/>
              <a:t>6. Data Link Layer</a:t>
            </a:r>
          </a:p>
          <a:p>
            <a:pPr marL="0" indent="0">
              <a:lnSpc>
                <a:spcPct val="150000"/>
              </a:lnSpc>
              <a:buNone/>
            </a:pPr>
            <a:r>
              <a:rPr lang="en-US" sz="2200" dirty="0"/>
              <a:t>Carried out by layer-two switches.</a:t>
            </a:r>
          </a:p>
          <a:p>
            <a:pPr marL="0" indent="0">
              <a:lnSpc>
                <a:spcPct val="150000"/>
              </a:lnSpc>
              <a:buNone/>
            </a:pPr>
            <a:r>
              <a:rPr lang="en-US" sz="2200" dirty="0"/>
              <a:t>Carries out the following tasks;</a:t>
            </a:r>
          </a:p>
          <a:p>
            <a:pPr marL="400050" indent="-400050">
              <a:lnSpc>
                <a:spcPct val="150000"/>
              </a:lnSpc>
              <a:buAutoNum type="romanLcPeriod"/>
            </a:pPr>
            <a:r>
              <a:rPr lang="en-US" sz="2200" b="1" dirty="0"/>
              <a:t>Framing</a:t>
            </a:r>
          </a:p>
          <a:p>
            <a:pPr>
              <a:lnSpc>
                <a:spcPct val="150000"/>
              </a:lnSpc>
              <a:buFontTx/>
              <a:buChar char="-"/>
            </a:pPr>
            <a:r>
              <a:rPr lang="en-US" sz="2200" dirty="0"/>
              <a:t>Inserts header (at the start) and trailer (at the end) into the data. These are information that helps the data to reach safely to destination.</a:t>
            </a:r>
          </a:p>
          <a:p>
            <a:pPr marL="0" indent="0">
              <a:lnSpc>
                <a:spcPct val="150000"/>
              </a:lnSpc>
              <a:buNone/>
            </a:pPr>
            <a:r>
              <a:rPr lang="en-US" sz="2200" dirty="0"/>
              <a:t>ii</a:t>
            </a:r>
            <a:r>
              <a:rPr lang="en-US" sz="2200" b="1" dirty="0"/>
              <a:t>.   Adding and Deleting MAC Addresses</a:t>
            </a:r>
          </a:p>
          <a:p>
            <a:pPr>
              <a:lnSpc>
                <a:spcPct val="150000"/>
              </a:lnSpc>
              <a:buFontTx/>
              <a:buChar char="-"/>
            </a:pPr>
            <a:r>
              <a:rPr lang="en-US" sz="2200" dirty="0"/>
              <a:t>Adds the source MAC and destination MAC addresses to data while sending.</a:t>
            </a:r>
          </a:p>
          <a:p>
            <a:pPr>
              <a:lnSpc>
                <a:spcPct val="150000"/>
              </a:lnSpc>
              <a:buFontTx/>
              <a:buChar char="-"/>
            </a:pPr>
            <a:r>
              <a:rPr lang="en-US" sz="2200" dirty="0"/>
              <a:t>Once the data is received, it removes these addresses.</a:t>
            </a:r>
          </a:p>
          <a:p>
            <a:pPr marL="0" indent="0">
              <a:lnSpc>
                <a:spcPct val="150000"/>
              </a:lnSpc>
              <a:buNone/>
            </a:pPr>
            <a:r>
              <a:rPr lang="en-US" sz="2200" b="1" dirty="0"/>
              <a:t>iii.   Flow Control</a:t>
            </a:r>
          </a:p>
          <a:p>
            <a:pPr>
              <a:lnSpc>
                <a:spcPct val="150000"/>
              </a:lnSpc>
              <a:buFontTx/>
              <a:buChar char="-"/>
            </a:pPr>
            <a:r>
              <a:rPr lang="en-US" sz="2200" dirty="0"/>
              <a:t>Manages the flow of data speed while sending and receiving data. Ensures that the transfer speed of both sending and receiving devices is matching.</a:t>
            </a:r>
          </a:p>
          <a:p>
            <a:pPr marL="0" indent="0">
              <a:lnSpc>
                <a:spcPct val="150000"/>
              </a:lnSpc>
              <a:buNone/>
            </a:pPr>
            <a:r>
              <a:rPr lang="en-US" sz="2200" b="1" dirty="0"/>
              <a:t>iv.  Error Control</a:t>
            </a:r>
          </a:p>
          <a:p>
            <a:pPr>
              <a:lnSpc>
                <a:spcPct val="150000"/>
              </a:lnSpc>
              <a:buFontTx/>
              <a:buChar char="-"/>
            </a:pPr>
            <a:r>
              <a:rPr lang="en-US" sz="2200" dirty="0"/>
              <a:t>In case there is data loss during the transfer process, the sender resends the data.</a:t>
            </a:r>
          </a:p>
          <a:p>
            <a:pPr>
              <a:lnSpc>
                <a:spcPct val="150000"/>
              </a:lnSpc>
            </a:pPr>
            <a:endParaRPr lang="en-US" sz="2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08B4FBE-A5B7-CA8A-5B27-55BE0B957322}"/>
              </a:ext>
            </a:extLst>
          </p:cNvPr>
          <p:cNvSpPr>
            <a:spLocks noGrp="1"/>
          </p:cNvSpPr>
          <p:nvPr>
            <p:ph type="ftr" sz="quarter" idx="11"/>
          </p:nvPr>
        </p:nvSpPr>
        <p:spPr/>
        <p:txBody>
          <a:bodyPr/>
          <a:lstStyle/>
          <a:p>
            <a:pPr defTabSz="609600"/>
            <a:r>
              <a:rPr lang="en-IN"/>
              <a:t>LABOR FOR THE FUTURE</a:t>
            </a:r>
            <a:endParaRPr lang="en-IN" dirty="0"/>
          </a:p>
        </p:txBody>
      </p:sp>
      <p:sp>
        <p:nvSpPr>
          <p:cNvPr id="4" name="TextBox 3">
            <a:extLst>
              <a:ext uri="{FF2B5EF4-FFF2-40B4-BE49-F238E27FC236}">
                <a16:creationId xmlns:a16="http://schemas.microsoft.com/office/drawing/2014/main" id="{3AB012EE-719F-7BF9-D96F-B514470795BB}"/>
              </a:ext>
            </a:extLst>
          </p:cNvPr>
          <p:cNvSpPr txBox="1"/>
          <p:nvPr/>
        </p:nvSpPr>
        <p:spPr>
          <a:xfrm>
            <a:off x="629920" y="503315"/>
            <a:ext cx="11236960" cy="6420347"/>
          </a:xfrm>
          <a:prstGeom prst="rect">
            <a:avLst/>
          </a:prstGeom>
          <a:noFill/>
        </p:spPr>
        <p:txBody>
          <a:bodyPr wrap="square">
            <a:spAutoFit/>
          </a:bodyPr>
          <a:lstStyle/>
          <a:p>
            <a:pPr algn="l">
              <a:lnSpc>
                <a:spcPct val="150000"/>
              </a:lnSpc>
            </a:pPr>
            <a:r>
              <a:rPr lang="en-US" sz="2400" b="1" dirty="0">
                <a:latin typeface="Georgia" panose="02040502050405020303" pitchFamily="18" charset="0"/>
              </a:rPr>
              <a:t>The Data Link Layer</a:t>
            </a:r>
          </a:p>
          <a:p>
            <a:pPr algn="l">
              <a:lnSpc>
                <a:spcPct val="150000"/>
              </a:lnSpc>
            </a:pPr>
            <a:r>
              <a:rPr lang="en-US" dirty="0">
                <a:latin typeface="Georgia" panose="02040502050405020303" pitchFamily="18" charset="0"/>
              </a:rPr>
              <a:t>The Data Link layer provides for the physical transmission of data and handles error notification, network topology, and flow control. </a:t>
            </a:r>
          </a:p>
          <a:p>
            <a:pPr algn="l">
              <a:lnSpc>
                <a:spcPct val="150000"/>
              </a:lnSpc>
            </a:pPr>
            <a:r>
              <a:rPr lang="en-US" dirty="0">
                <a:latin typeface="Georgia" panose="02040502050405020303" pitchFamily="18" charset="0"/>
              </a:rPr>
              <a:t>This means that the Data Link layer will </a:t>
            </a:r>
            <a:r>
              <a:rPr lang="en-US" sz="1800" b="0" i="0" u="none" strike="noStrike" baseline="0" dirty="0">
                <a:latin typeface="Georgia" panose="02040502050405020303" pitchFamily="18" charset="0"/>
              </a:rPr>
              <a:t>ensure that messages are delivered to the proper device on a LAN using hardware addresses and will translate messages from the Network layer into bits for the Physical layer to transmit.</a:t>
            </a:r>
          </a:p>
          <a:p>
            <a:pPr algn="l">
              <a:lnSpc>
                <a:spcPct val="150000"/>
              </a:lnSpc>
            </a:pPr>
            <a:r>
              <a:rPr lang="en-US" sz="1800" b="0" i="0" u="none" strike="noStrike" baseline="0" dirty="0">
                <a:latin typeface="Georgia" panose="02040502050405020303" pitchFamily="18" charset="0"/>
              </a:rPr>
              <a:t>The Data Link layer formats the messages, each called a </a:t>
            </a:r>
            <a:r>
              <a:rPr lang="en-US" sz="1800" b="0" i="1" u="none" strike="noStrike" baseline="0" dirty="0">
                <a:latin typeface="Georgia-Italic"/>
              </a:rPr>
              <a:t>data frame</a:t>
            </a:r>
            <a:r>
              <a:rPr lang="en-US" sz="1800" b="0" i="0" u="none" strike="noStrike" baseline="0" dirty="0">
                <a:latin typeface="Georgia" panose="02040502050405020303" pitchFamily="18" charset="0"/>
              </a:rPr>
              <a:t>, and adds a customized</a:t>
            </a:r>
          </a:p>
          <a:p>
            <a:pPr algn="l">
              <a:lnSpc>
                <a:spcPct val="150000"/>
              </a:lnSpc>
            </a:pPr>
            <a:r>
              <a:rPr lang="en-US" sz="1800" b="0" i="0" u="none" strike="noStrike" baseline="0" dirty="0">
                <a:latin typeface="Georgia" panose="02040502050405020303" pitchFamily="18" charset="0"/>
              </a:rPr>
              <a:t>header containing the hardware destination and source address. </a:t>
            </a:r>
          </a:p>
          <a:p>
            <a:pPr>
              <a:lnSpc>
                <a:spcPct val="150000"/>
              </a:lnSpc>
            </a:pPr>
            <a:r>
              <a:rPr lang="en-US" sz="1800" b="0" i="0" u="none" strike="noStrike" baseline="0" dirty="0">
                <a:latin typeface="Georgia" panose="02040502050405020303" pitchFamily="18" charset="0"/>
              </a:rPr>
              <a:t>This added information forms a sort of capsule that surrounds the original message in much the same way that engines </a:t>
            </a:r>
            <a:r>
              <a:rPr lang="en-US" dirty="0">
                <a:solidFill>
                  <a:srgbClr val="000000"/>
                </a:solidFill>
                <a:latin typeface="Georgia" panose="02040502050405020303" pitchFamily="18" charset="0"/>
              </a:rPr>
              <a:t>navigational devices, and other tools were attached to the lunar modules of the Apollo project.</a:t>
            </a:r>
          </a:p>
          <a:p>
            <a:pPr>
              <a:lnSpc>
                <a:spcPct val="150000"/>
              </a:lnSpc>
            </a:pPr>
            <a:endParaRPr lang="en-US" dirty="0">
              <a:solidFill>
                <a:srgbClr val="000000"/>
              </a:solidFill>
              <a:latin typeface="Georgia" panose="02040502050405020303" pitchFamily="18" charset="0"/>
            </a:endParaRPr>
          </a:p>
          <a:p>
            <a:pPr>
              <a:lnSpc>
                <a:spcPct val="150000"/>
              </a:lnSpc>
            </a:pPr>
            <a:r>
              <a:rPr lang="en-US" dirty="0">
                <a:solidFill>
                  <a:srgbClr val="000000"/>
                </a:solidFill>
                <a:latin typeface="Georgia" panose="02040502050405020303" pitchFamily="18" charset="0"/>
              </a:rPr>
              <a:t> These various pieces of equipment were useful only during certain stages of space flight and were stripped off the module and discarded when their designated stage was completed. </a:t>
            </a:r>
          </a:p>
          <a:p>
            <a:pPr>
              <a:lnSpc>
                <a:spcPct val="150000"/>
              </a:lnSpc>
            </a:pPr>
            <a:r>
              <a:rPr lang="en-US" dirty="0">
                <a:solidFill>
                  <a:srgbClr val="000000"/>
                </a:solidFill>
                <a:latin typeface="Georgia" panose="02040502050405020303" pitchFamily="18" charset="0"/>
              </a:rPr>
              <a:t>The process of data traveling through networks is similar.</a:t>
            </a:r>
            <a:endParaRPr lang="en-RW" dirty="0"/>
          </a:p>
          <a:p>
            <a:pPr algn="l">
              <a:lnSpc>
                <a:spcPct val="150000"/>
              </a:lnSpc>
            </a:pPr>
            <a:endParaRPr lang="en-RW" dirty="0"/>
          </a:p>
        </p:txBody>
      </p:sp>
    </p:spTree>
    <p:extLst>
      <p:ext uri="{BB962C8B-B14F-4D97-AF65-F5344CB8AC3E}">
        <p14:creationId xmlns:p14="http://schemas.microsoft.com/office/powerpoint/2010/main" val="22551331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802AE40-39A6-F72D-DF0D-8C73A5C30315}"/>
              </a:ext>
            </a:extLst>
          </p:cNvPr>
          <p:cNvSpPr>
            <a:spLocks noGrp="1"/>
          </p:cNvSpPr>
          <p:nvPr>
            <p:ph type="ftr" sz="quarter" idx="11"/>
          </p:nvPr>
        </p:nvSpPr>
        <p:spPr/>
        <p:txBody>
          <a:bodyPr/>
          <a:lstStyle/>
          <a:p>
            <a:pPr defTabSz="609600"/>
            <a:r>
              <a:rPr lang="en-IN"/>
              <a:t>LABOR FOR THE FUTURE</a:t>
            </a:r>
            <a:endParaRPr lang="en-IN" dirty="0"/>
          </a:p>
        </p:txBody>
      </p:sp>
      <p:sp>
        <p:nvSpPr>
          <p:cNvPr id="9" name="TextBox 8">
            <a:extLst>
              <a:ext uri="{FF2B5EF4-FFF2-40B4-BE49-F238E27FC236}">
                <a16:creationId xmlns:a16="http://schemas.microsoft.com/office/drawing/2014/main" id="{EC91FF68-C310-8FE4-A7D7-6A57D2063202}"/>
              </a:ext>
            </a:extLst>
          </p:cNvPr>
          <p:cNvSpPr txBox="1"/>
          <p:nvPr/>
        </p:nvSpPr>
        <p:spPr>
          <a:xfrm>
            <a:off x="406400" y="240804"/>
            <a:ext cx="11643360" cy="6432530"/>
          </a:xfrm>
          <a:prstGeom prst="rect">
            <a:avLst/>
          </a:prstGeom>
          <a:noFill/>
        </p:spPr>
        <p:txBody>
          <a:bodyPr wrap="square">
            <a:spAutoFit/>
          </a:bodyPr>
          <a:lstStyle/>
          <a:p>
            <a:r>
              <a:rPr lang="en-US" sz="3200" b="1" dirty="0"/>
              <a:t> IEEE  </a:t>
            </a:r>
          </a:p>
          <a:p>
            <a:endParaRPr lang="en-US" sz="3200" b="1" dirty="0"/>
          </a:p>
          <a:p>
            <a:r>
              <a:rPr lang="en-US" dirty="0"/>
              <a:t>IEEE stands for Institute of Electrical and Electronics Engineers.</a:t>
            </a:r>
          </a:p>
          <a:p>
            <a:endParaRPr lang="en-US" dirty="0"/>
          </a:p>
          <a:p>
            <a:r>
              <a:rPr lang="en-US" dirty="0"/>
              <a:t>It is the world’s largest professional technical organization, dedicated to advancing technology in areas such as electrical engineering, electronics, computer science, and telecommunications.</a:t>
            </a:r>
          </a:p>
          <a:p>
            <a:endParaRPr lang="en-US" dirty="0"/>
          </a:p>
          <a:p>
            <a:r>
              <a:rPr lang="en-US" dirty="0"/>
              <a:t>IEEE develops standards, publishes research journals, organizes conferences, and supports education and innovation.</a:t>
            </a:r>
          </a:p>
          <a:p>
            <a:endParaRPr lang="en-US" dirty="0"/>
          </a:p>
          <a:p>
            <a:r>
              <a:rPr lang="en-US" dirty="0"/>
              <a:t> </a:t>
            </a:r>
            <a:r>
              <a:rPr lang="en-US" sz="2400" b="1" dirty="0"/>
              <a:t>Importance in Networking</a:t>
            </a:r>
          </a:p>
          <a:p>
            <a:endParaRPr lang="en-US" dirty="0"/>
          </a:p>
          <a:p>
            <a:r>
              <a:rPr lang="en-US" dirty="0"/>
              <a:t>In networking, IEEE is best known for its standards, for example:</a:t>
            </a:r>
          </a:p>
          <a:p>
            <a:endParaRPr lang="en-US" dirty="0"/>
          </a:p>
          <a:p>
            <a:r>
              <a:rPr lang="en-US" dirty="0"/>
              <a:t>IEEE 802.3 → Ethernet (LAN)</a:t>
            </a:r>
          </a:p>
          <a:p>
            <a:endParaRPr lang="en-US" dirty="0"/>
          </a:p>
          <a:p>
            <a:r>
              <a:rPr lang="en-US" dirty="0"/>
              <a:t>IEEE 802.11 → Wi-Fi (WLAN)</a:t>
            </a:r>
          </a:p>
          <a:p>
            <a:endParaRPr lang="en-US" dirty="0"/>
          </a:p>
          <a:p>
            <a:r>
              <a:rPr lang="en-US" dirty="0"/>
              <a:t>IEEE 802.1Q → VLAN (Virtual LANs)</a:t>
            </a:r>
          </a:p>
          <a:p>
            <a:endParaRPr lang="en-US" dirty="0"/>
          </a:p>
          <a:p>
            <a:r>
              <a:rPr lang="en-US" dirty="0"/>
              <a:t>IEEE 802.15 → Bluetooth (PAN)</a:t>
            </a:r>
            <a:endParaRPr lang="en-RW" dirty="0"/>
          </a:p>
        </p:txBody>
      </p:sp>
    </p:spTree>
    <p:extLst>
      <p:ext uri="{BB962C8B-B14F-4D97-AF65-F5344CB8AC3E}">
        <p14:creationId xmlns:p14="http://schemas.microsoft.com/office/powerpoint/2010/main" val="13793155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74ED6DF-11E4-2A73-E39F-FDC4B6EE3DFD}"/>
              </a:ext>
            </a:extLst>
          </p:cNvPr>
          <p:cNvSpPr>
            <a:spLocks noGrp="1"/>
          </p:cNvSpPr>
          <p:nvPr>
            <p:ph type="ftr" sz="quarter" idx="11"/>
          </p:nvPr>
        </p:nvSpPr>
        <p:spPr/>
        <p:txBody>
          <a:bodyPr/>
          <a:lstStyle/>
          <a:p>
            <a:pPr defTabSz="609600"/>
            <a:r>
              <a:rPr lang="en-IN"/>
              <a:t>LABOR FOR THE FUTURE</a:t>
            </a:r>
            <a:endParaRPr lang="en-IN" dirty="0"/>
          </a:p>
        </p:txBody>
      </p:sp>
      <p:sp>
        <p:nvSpPr>
          <p:cNvPr id="4" name="TextBox 3">
            <a:extLst>
              <a:ext uri="{FF2B5EF4-FFF2-40B4-BE49-F238E27FC236}">
                <a16:creationId xmlns:a16="http://schemas.microsoft.com/office/drawing/2014/main" id="{E7A82478-098C-0EEC-4179-C10CF8713A0E}"/>
              </a:ext>
            </a:extLst>
          </p:cNvPr>
          <p:cNvSpPr txBox="1"/>
          <p:nvPr/>
        </p:nvSpPr>
        <p:spPr>
          <a:xfrm>
            <a:off x="558800" y="340141"/>
            <a:ext cx="11633200" cy="1531317"/>
          </a:xfrm>
          <a:prstGeom prst="rect">
            <a:avLst/>
          </a:prstGeom>
          <a:noFill/>
        </p:spPr>
        <p:txBody>
          <a:bodyPr wrap="square">
            <a:spAutoFit/>
          </a:bodyPr>
          <a:lstStyle/>
          <a:p>
            <a:pPr algn="l">
              <a:lnSpc>
                <a:spcPct val="150000"/>
              </a:lnSpc>
            </a:pPr>
            <a:endParaRPr lang="en-US" sz="1800" b="0" i="0" u="none" strike="noStrike" baseline="0" dirty="0">
              <a:solidFill>
                <a:srgbClr val="000000"/>
              </a:solidFill>
              <a:latin typeface="Georgia" panose="02040502050405020303" pitchFamily="18" charset="0"/>
            </a:endParaRPr>
          </a:p>
          <a:p>
            <a:pPr algn="l">
              <a:lnSpc>
                <a:spcPct val="200000"/>
              </a:lnSpc>
            </a:pPr>
            <a:r>
              <a:rPr lang="en-US" sz="1800" b="0" i="0" u="none" strike="noStrike" baseline="0" dirty="0">
                <a:solidFill>
                  <a:srgbClr val="000000"/>
                </a:solidFill>
                <a:latin typeface="Times New Roman" panose="02020603050405020304" pitchFamily="18" charset="0"/>
                <a:cs typeface="Times New Roman" panose="02020603050405020304" pitchFamily="18" charset="0"/>
              </a:rPr>
              <a:t>shows the Data Link layer with the Ethernet and IEEE specifications. When you check it out, notice that the IEEE 802.2 standard is used in conjunction with and adds functionality to the other IEEE standards. </a:t>
            </a:r>
            <a:endParaRPr lang="en-US" sz="1800" b="0" i="0" u="none" strike="noStrike" baseline="0" dirty="0">
              <a:solidFill>
                <a:srgbClr val="000000"/>
              </a:solidFill>
              <a:latin typeface="Georgia" panose="02040502050405020303" pitchFamily="18" charset="0"/>
            </a:endParaRPr>
          </a:p>
        </p:txBody>
      </p:sp>
      <p:pic>
        <p:nvPicPr>
          <p:cNvPr id="6" name="Picture 5">
            <a:extLst>
              <a:ext uri="{FF2B5EF4-FFF2-40B4-BE49-F238E27FC236}">
                <a16:creationId xmlns:a16="http://schemas.microsoft.com/office/drawing/2014/main" id="{4401455A-0D8E-FCA7-040C-7F34B4F506B9}"/>
              </a:ext>
            </a:extLst>
          </p:cNvPr>
          <p:cNvPicPr>
            <a:picLocks noChangeAspect="1"/>
          </p:cNvPicPr>
          <p:nvPr/>
        </p:nvPicPr>
        <p:blipFill>
          <a:blip r:embed="rId2"/>
          <a:stretch>
            <a:fillRect/>
          </a:stretch>
        </p:blipFill>
        <p:spPr>
          <a:xfrm>
            <a:off x="1342466" y="2210415"/>
            <a:ext cx="6622974" cy="2061401"/>
          </a:xfrm>
          <a:prstGeom prst="rect">
            <a:avLst/>
          </a:prstGeom>
        </p:spPr>
      </p:pic>
      <p:sp>
        <p:nvSpPr>
          <p:cNvPr id="7" name="TextBox 6">
            <a:extLst>
              <a:ext uri="{FF2B5EF4-FFF2-40B4-BE49-F238E27FC236}">
                <a16:creationId xmlns:a16="http://schemas.microsoft.com/office/drawing/2014/main" id="{2D7593D6-3F1C-BEF7-EAD9-F0C3905EB75F}"/>
              </a:ext>
            </a:extLst>
          </p:cNvPr>
          <p:cNvSpPr txBox="1"/>
          <p:nvPr/>
        </p:nvSpPr>
        <p:spPr>
          <a:xfrm>
            <a:off x="899160" y="4986543"/>
            <a:ext cx="10165080" cy="1295868"/>
          </a:xfrm>
          <a:prstGeom prst="rect">
            <a:avLst/>
          </a:prstGeom>
          <a:noFill/>
        </p:spPr>
        <p:txBody>
          <a:bodyPr wrap="square">
            <a:spAutoFit/>
          </a:bodyPr>
          <a:lstStyle/>
          <a:p>
            <a:pPr>
              <a:lnSpc>
                <a:spcPct val="150000"/>
              </a:lnSpc>
            </a:pPr>
            <a:r>
              <a:rPr lang="en-US" dirty="0"/>
              <a:t>IEEE 802.3 (Ethernet MAC) → Defines framing, addressing, and media access.</a:t>
            </a:r>
          </a:p>
          <a:p>
            <a:pPr>
              <a:lnSpc>
                <a:spcPct val="150000"/>
              </a:lnSpc>
            </a:pPr>
            <a:r>
              <a:rPr lang="en-US" dirty="0"/>
              <a:t>IEEE 802.2 (LLC) → Provides extra intelligence, telling the system how to handle the data and allowing multiple protocols to share the network.</a:t>
            </a:r>
            <a:endParaRPr lang="en-RW" dirty="0"/>
          </a:p>
        </p:txBody>
      </p:sp>
    </p:spTree>
    <p:extLst>
      <p:ext uri="{BB962C8B-B14F-4D97-AF65-F5344CB8AC3E}">
        <p14:creationId xmlns:p14="http://schemas.microsoft.com/office/powerpoint/2010/main" val="10444118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C0CE28F-93D6-5C98-4888-2EDC3D9C504C}"/>
              </a:ext>
            </a:extLst>
          </p:cNvPr>
          <p:cNvSpPr>
            <a:spLocks noGrp="1"/>
          </p:cNvSpPr>
          <p:nvPr>
            <p:ph type="ftr" sz="quarter" idx="11"/>
          </p:nvPr>
        </p:nvSpPr>
        <p:spPr/>
        <p:txBody>
          <a:bodyPr/>
          <a:lstStyle/>
          <a:p>
            <a:pPr defTabSz="609600"/>
            <a:r>
              <a:rPr lang="en-IN"/>
              <a:t>LABOR FOR THE FUTURE</a:t>
            </a:r>
            <a:endParaRPr lang="en-IN" dirty="0"/>
          </a:p>
        </p:txBody>
      </p:sp>
      <p:sp>
        <p:nvSpPr>
          <p:cNvPr id="4" name="TextBox 3">
            <a:extLst>
              <a:ext uri="{FF2B5EF4-FFF2-40B4-BE49-F238E27FC236}">
                <a16:creationId xmlns:a16="http://schemas.microsoft.com/office/drawing/2014/main" id="{BF4148E3-BF5B-4191-2D04-2B46F98401FA}"/>
              </a:ext>
            </a:extLst>
          </p:cNvPr>
          <p:cNvSpPr txBox="1"/>
          <p:nvPr/>
        </p:nvSpPr>
        <p:spPr>
          <a:xfrm>
            <a:off x="497840" y="760639"/>
            <a:ext cx="11460480" cy="5033750"/>
          </a:xfrm>
          <a:prstGeom prst="rect">
            <a:avLst/>
          </a:prstGeom>
          <a:noFill/>
        </p:spPr>
        <p:txBody>
          <a:bodyPr wrap="square">
            <a:spAutoFit/>
          </a:bodyPr>
          <a:lstStyle/>
          <a:p>
            <a:pPr algn="l">
              <a:lnSpc>
                <a:spcPct val="150000"/>
              </a:lnSpc>
            </a:pPr>
            <a:r>
              <a:rPr lang="en-US" sz="1800" b="1" i="0" u="none" strike="noStrike" baseline="0" dirty="0">
                <a:latin typeface="Georgia" panose="02040502050405020303" pitchFamily="18" charset="0"/>
              </a:rPr>
              <a:t>The IEEE Ethernet Data Link layer has two sublayers:</a:t>
            </a:r>
          </a:p>
          <a:p>
            <a:pPr algn="l">
              <a:lnSpc>
                <a:spcPct val="150000"/>
              </a:lnSpc>
            </a:pPr>
            <a:r>
              <a:rPr lang="en-US" sz="1800" b="1" i="0" u="none" strike="noStrike" baseline="0" dirty="0">
                <a:latin typeface="Georgia-Bold"/>
              </a:rPr>
              <a:t>Media Access Control (MAC) </a:t>
            </a:r>
            <a:r>
              <a:rPr lang="en-US" sz="1800" b="0" i="0" u="none" strike="noStrike" baseline="0" dirty="0">
                <a:latin typeface="Georgia" panose="02040502050405020303" pitchFamily="18" charset="0"/>
              </a:rPr>
              <a:t>Defines how packets are placed on the media. Contention for</a:t>
            </a:r>
          </a:p>
          <a:p>
            <a:pPr algn="l">
              <a:lnSpc>
                <a:spcPct val="150000"/>
              </a:lnSpc>
            </a:pPr>
            <a:r>
              <a:rPr lang="en-US" sz="1800" b="0" i="0" u="none" strike="noStrike" baseline="0" dirty="0">
                <a:latin typeface="Georgia" panose="02040502050405020303" pitchFamily="18" charset="0"/>
              </a:rPr>
              <a:t>media access is “first come/first served” access where everyone shares the same bandwidth—</a:t>
            </a:r>
          </a:p>
          <a:p>
            <a:pPr algn="l">
              <a:lnSpc>
                <a:spcPct val="150000"/>
              </a:lnSpc>
            </a:pPr>
            <a:r>
              <a:rPr lang="en-US" sz="1800" b="0" i="0" u="none" strike="noStrike" baseline="0" dirty="0">
                <a:latin typeface="Georgia" panose="02040502050405020303" pitchFamily="18" charset="0"/>
              </a:rPr>
              <a:t>hence the name. Physical addressing is defined here as well as logical topologies. What’s a logical</a:t>
            </a:r>
          </a:p>
          <a:p>
            <a:pPr algn="l">
              <a:lnSpc>
                <a:spcPct val="150000"/>
              </a:lnSpc>
            </a:pPr>
            <a:r>
              <a:rPr lang="en-US" sz="1800" b="0" i="0" u="none" strike="noStrike" baseline="0" dirty="0">
                <a:latin typeface="Georgia" panose="02040502050405020303" pitchFamily="18" charset="0"/>
              </a:rPr>
              <a:t>topology? It’s the signal path through a physical topology. Line discipline, error notification (but</a:t>
            </a:r>
          </a:p>
          <a:p>
            <a:pPr algn="l">
              <a:lnSpc>
                <a:spcPct val="150000"/>
              </a:lnSpc>
            </a:pPr>
            <a:r>
              <a:rPr lang="en-US" sz="1800" b="0" i="0" u="none" strike="noStrike" baseline="0" dirty="0">
                <a:latin typeface="Georgia" panose="02040502050405020303" pitchFamily="18" charset="0"/>
              </a:rPr>
              <a:t>not correction), the ordered delivery of frames, and optional flow control can also be used at this</a:t>
            </a:r>
          </a:p>
          <a:p>
            <a:pPr algn="l">
              <a:lnSpc>
                <a:spcPct val="150000"/>
              </a:lnSpc>
            </a:pPr>
            <a:r>
              <a:rPr lang="en-US" sz="1800" b="0" i="0" u="none" strike="noStrike" baseline="0" dirty="0">
                <a:latin typeface="Georgia" panose="02040502050405020303" pitchFamily="18" charset="0"/>
              </a:rPr>
              <a:t>sublayer.</a:t>
            </a:r>
          </a:p>
          <a:p>
            <a:pPr algn="l">
              <a:lnSpc>
                <a:spcPct val="150000"/>
              </a:lnSpc>
            </a:pPr>
            <a:r>
              <a:rPr lang="en-US" sz="1800" b="1" i="0" u="none" strike="noStrike" baseline="0" dirty="0">
                <a:latin typeface="Georgia-Bold"/>
              </a:rPr>
              <a:t>Logical Link Control (LLC) </a:t>
            </a:r>
            <a:r>
              <a:rPr lang="en-US" sz="1800" b="0" i="0" u="none" strike="noStrike" baseline="0" dirty="0">
                <a:latin typeface="Georgia" panose="02040502050405020303" pitchFamily="18" charset="0"/>
              </a:rPr>
              <a:t>Responsible for identifying Network layer protocols and then</a:t>
            </a:r>
          </a:p>
          <a:p>
            <a:pPr algn="l">
              <a:lnSpc>
                <a:spcPct val="150000"/>
              </a:lnSpc>
            </a:pPr>
            <a:r>
              <a:rPr lang="en-US" sz="1800" b="0" i="0" u="none" strike="noStrike" baseline="0" dirty="0">
                <a:latin typeface="Georgia" panose="02040502050405020303" pitchFamily="18" charset="0"/>
              </a:rPr>
              <a:t>encapsulating them. An LLC header tells the Data Link layer what to do with a packet once a</a:t>
            </a:r>
          </a:p>
          <a:p>
            <a:pPr algn="l">
              <a:lnSpc>
                <a:spcPct val="150000"/>
              </a:lnSpc>
            </a:pPr>
            <a:r>
              <a:rPr lang="en-US" sz="1800" b="0" i="0" u="none" strike="noStrike" baseline="0" dirty="0">
                <a:latin typeface="Georgia" panose="02040502050405020303" pitchFamily="18" charset="0"/>
              </a:rPr>
              <a:t>frame is received. It works like this: a host receives a frame and looks in the LLC header to find</a:t>
            </a:r>
          </a:p>
          <a:p>
            <a:pPr algn="l">
              <a:lnSpc>
                <a:spcPct val="150000"/>
              </a:lnSpc>
            </a:pPr>
            <a:r>
              <a:rPr lang="en-US" sz="1800" b="0" i="0" u="none" strike="noStrike" baseline="0" dirty="0">
                <a:latin typeface="Georgia" panose="02040502050405020303" pitchFamily="18" charset="0"/>
              </a:rPr>
              <a:t>out where the packet is destined—for instance, the IP protocol at the Network layer. The LLC can</a:t>
            </a:r>
          </a:p>
          <a:p>
            <a:pPr algn="l">
              <a:lnSpc>
                <a:spcPct val="150000"/>
              </a:lnSpc>
            </a:pPr>
            <a:r>
              <a:rPr lang="en-US" sz="1800" b="0" i="0" u="none" strike="noStrike" baseline="0" dirty="0">
                <a:latin typeface="Georgia" panose="02040502050405020303" pitchFamily="18" charset="0"/>
              </a:rPr>
              <a:t>also provide flow control and sequencing of control bits.</a:t>
            </a:r>
            <a:endParaRPr lang="en-RW" dirty="0"/>
          </a:p>
        </p:txBody>
      </p:sp>
    </p:spTree>
    <p:extLst>
      <p:ext uri="{BB962C8B-B14F-4D97-AF65-F5344CB8AC3E}">
        <p14:creationId xmlns:p14="http://schemas.microsoft.com/office/powerpoint/2010/main" val="35803309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861DA0C-D898-DD3E-44D7-32AA10E6363B}"/>
              </a:ext>
            </a:extLst>
          </p:cNvPr>
          <p:cNvSpPr>
            <a:spLocks noGrp="1"/>
          </p:cNvSpPr>
          <p:nvPr>
            <p:ph type="ftr" sz="quarter" idx="11"/>
          </p:nvPr>
        </p:nvSpPr>
        <p:spPr/>
        <p:txBody>
          <a:bodyPr/>
          <a:lstStyle/>
          <a:p>
            <a:pPr defTabSz="609600"/>
            <a:r>
              <a:rPr lang="en-IN"/>
              <a:t>LABOR FOR THE FUTURE</a:t>
            </a:r>
            <a:endParaRPr lang="en-IN" dirty="0"/>
          </a:p>
        </p:txBody>
      </p:sp>
      <p:sp>
        <p:nvSpPr>
          <p:cNvPr id="4" name="TextBox 3">
            <a:extLst>
              <a:ext uri="{FF2B5EF4-FFF2-40B4-BE49-F238E27FC236}">
                <a16:creationId xmlns:a16="http://schemas.microsoft.com/office/drawing/2014/main" id="{DB21AA91-E9AE-2BBE-232E-63BC8C81E153}"/>
              </a:ext>
            </a:extLst>
          </p:cNvPr>
          <p:cNvSpPr txBox="1"/>
          <p:nvPr/>
        </p:nvSpPr>
        <p:spPr>
          <a:xfrm>
            <a:off x="172720" y="0"/>
            <a:ext cx="12019280" cy="6662721"/>
          </a:xfrm>
          <a:prstGeom prst="rect">
            <a:avLst/>
          </a:prstGeom>
          <a:noFill/>
        </p:spPr>
        <p:txBody>
          <a:bodyPr wrap="square">
            <a:spAutoFit/>
          </a:bodyPr>
          <a:lstStyle/>
          <a:p>
            <a:pPr algn="l">
              <a:lnSpc>
                <a:spcPct val="200000"/>
              </a:lnSpc>
            </a:pPr>
            <a:r>
              <a:rPr lang="en-US" sz="1800" b="0" i="0" u="none" strike="noStrike" baseline="0" dirty="0">
                <a:latin typeface="Georgia" panose="02040502050405020303" pitchFamily="18" charset="0"/>
              </a:rPr>
              <a:t>As data is encoded with control information at each layer of the OSI model, the data is named with something called a protocol data unit (PDU). At the Transport layer, the PDU is called a segment, at the Network layer it’s a packet, at the Data Link a frame, and at the Physical layer it’s called bits. </a:t>
            </a:r>
          </a:p>
          <a:p>
            <a:pPr algn="l">
              <a:lnSpc>
                <a:spcPct val="200000"/>
              </a:lnSpc>
            </a:pPr>
            <a:r>
              <a:rPr lang="en-US" b="1" dirty="0"/>
              <a:t>IEEE and the Data Link Layer</a:t>
            </a:r>
          </a:p>
          <a:p>
            <a:pPr algn="l">
              <a:lnSpc>
                <a:spcPct val="200000"/>
              </a:lnSpc>
            </a:pPr>
            <a:r>
              <a:rPr lang="en-US" dirty="0"/>
              <a:t>IEEE divides the Data Link Layer into two sublayers:</a:t>
            </a:r>
          </a:p>
          <a:p>
            <a:pPr algn="l">
              <a:lnSpc>
                <a:spcPct val="200000"/>
              </a:lnSpc>
            </a:pPr>
            <a:r>
              <a:rPr lang="en-US" b="1" dirty="0"/>
              <a:t>LLC (Logical Link Control) – defined by IEEE 802.2</a:t>
            </a:r>
          </a:p>
          <a:p>
            <a:pPr marL="285750" indent="-285750" algn="l">
              <a:lnSpc>
                <a:spcPct val="200000"/>
              </a:lnSpc>
              <a:buFont typeface="Arial" panose="020B0604020202020204" pitchFamily="34" charset="0"/>
              <a:buChar char="•"/>
            </a:pPr>
            <a:r>
              <a:rPr lang="en-US" dirty="0"/>
              <a:t>Provides an interface between the Network Layer and MAC.</a:t>
            </a:r>
          </a:p>
          <a:p>
            <a:pPr marL="285750" indent="-285750" algn="l">
              <a:lnSpc>
                <a:spcPct val="200000"/>
              </a:lnSpc>
              <a:buFont typeface="Arial" panose="020B0604020202020204" pitchFamily="34" charset="0"/>
              <a:buChar char="•"/>
            </a:pPr>
            <a:r>
              <a:rPr lang="en-US" dirty="0"/>
              <a:t>Adds flow control and error detection.</a:t>
            </a:r>
          </a:p>
          <a:p>
            <a:pPr marL="285750" indent="-285750" algn="l">
              <a:lnSpc>
                <a:spcPct val="200000"/>
              </a:lnSpc>
              <a:buFont typeface="Arial" panose="020B0604020202020204" pitchFamily="34" charset="0"/>
              <a:buChar char="•"/>
            </a:pPr>
            <a:r>
              <a:rPr lang="en-US" dirty="0"/>
              <a:t>Ensures multiple Layer 3 protocols (IP, IPX, AppleTalk, etc.) can share the same physical network.</a:t>
            </a:r>
          </a:p>
          <a:p>
            <a:pPr algn="l">
              <a:lnSpc>
                <a:spcPct val="200000"/>
              </a:lnSpc>
            </a:pPr>
            <a:r>
              <a:rPr lang="en-US" b="1" dirty="0"/>
              <a:t>MAC (Media Access Control) – defined by standards like IEEE 802.3 (Ethernet), 802.11 (Wi-Fi), etc.</a:t>
            </a:r>
          </a:p>
          <a:p>
            <a:pPr algn="l">
              <a:lnSpc>
                <a:spcPct val="200000"/>
              </a:lnSpc>
            </a:pPr>
            <a:r>
              <a:rPr lang="en-US" dirty="0"/>
              <a:t>Defines how frames are placed on the medium (cable or air). Uses MAC addresses for unique identification and Controls who can access the medium (CSMA/CD in Ethernet, CSMA/CA in Wi-Fi).</a:t>
            </a:r>
            <a:endParaRPr lang="en-RW" dirty="0"/>
          </a:p>
        </p:txBody>
      </p:sp>
    </p:spTree>
    <p:extLst>
      <p:ext uri="{BB962C8B-B14F-4D97-AF65-F5344CB8AC3E}">
        <p14:creationId xmlns:p14="http://schemas.microsoft.com/office/powerpoint/2010/main" val="32936729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C29D131-EFDC-E480-569C-F4200C899EB1}"/>
              </a:ext>
            </a:extLst>
          </p:cNvPr>
          <p:cNvSpPr>
            <a:spLocks noGrp="1"/>
          </p:cNvSpPr>
          <p:nvPr>
            <p:ph type="ftr" sz="quarter" idx="11"/>
          </p:nvPr>
        </p:nvSpPr>
        <p:spPr/>
        <p:txBody>
          <a:bodyPr/>
          <a:lstStyle/>
          <a:p>
            <a:pPr defTabSz="609600"/>
            <a:r>
              <a:rPr lang="en-IN"/>
              <a:t>LABOR FOR THE FUTURE</a:t>
            </a:r>
            <a:endParaRPr lang="en-IN" dirty="0"/>
          </a:p>
        </p:txBody>
      </p:sp>
      <p:sp>
        <p:nvSpPr>
          <p:cNvPr id="4" name="TextBox 3">
            <a:extLst>
              <a:ext uri="{FF2B5EF4-FFF2-40B4-BE49-F238E27FC236}">
                <a16:creationId xmlns:a16="http://schemas.microsoft.com/office/drawing/2014/main" id="{857FD55C-2AB6-13C0-7363-D9B468349EAA}"/>
              </a:ext>
            </a:extLst>
          </p:cNvPr>
          <p:cNvSpPr txBox="1"/>
          <p:nvPr/>
        </p:nvSpPr>
        <p:spPr>
          <a:xfrm>
            <a:off x="426720" y="0"/>
            <a:ext cx="11765280" cy="7543732"/>
          </a:xfrm>
          <a:prstGeom prst="rect">
            <a:avLst/>
          </a:prstGeom>
          <a:noFill/>
        </p:spPr>
        <p:txBody>
          <a:bodyPr wrap="square">
            <a:spAutoFit/>
          </a:bodyPr>
          <a:lstStyle/>
          <a:p>
            <a:pPr>
              <a:buNone/>
            </a:pPr>
            <a:r>
              <a:rPr lang="en-US" sz="2000" b="1" dirty="0"/>
              <a:t>Scenario: Sending an Email Over Ethernet</a:t>
            </a:r>
          </a:p>
          <a:p>
            <a:pPr>
              <a:lnSpc>
                <a:spcPct val="150000"/>
              </a:lnSpc>
              <a:buNone/>
            </a:pPr>
            <a:r>
              <a:rPr lang="en-US" dirty="0"/>
              <a:t>Imagine you’re in an office connected via Ethernet (IEEE 802.3):</a:t>
            </a:r>
          </a:p>
          <a:p>
            <a:pPr>
              <a:lnSpc>
                <a:spcPct val="150000"/>
              </a:lnSpc>
              <a:buFont typeface="+mj-lt"/>
              <a:buAutoNum type="arabicPeriod"/>
            </a:pPr>
            <a:r>
              <a:rPr lang="en-US" b="1" dirty="0"/>
              <a:t>You send an email</a:t>
            </a:r>
            <a:r>
              <a:rPr lang="en-US" dirty="0"/>
              <a:t> from your laptop.</a:t>
            </a:r>
          </a:p>
          <a:p>
            <a:pPr marL="742950" lvl="1" indent="-285750">
              <a:lnSpc>
                <a:spcPct val="150000"/>
              </a:lnSpc>
              <a:buFont typeface="+mj-lt"/>
              <a:buAutoNum type="arabicPeriod"/>
            </a:pPr>
            <a:r>
              <a:rPr lang="en-US" dirty="0"/>
              <a:t>The application hands data down the stack until it reaches the </a:t>
            </a:r>
            <a:r>
              <a:rPr lang="en-US" b="1" dirty="0"/>
              <a:t>Network Layer (IP)</a:t>
            </a:r>
            <a:r>
              <a:rPr lang="en-US" dirty="0"/>
              <a:t>.</a:t>
            </a:r>
          </a:p>
          <a:p>
            <a:pPr>
              <a:lnSpc>
                <a:spcPct val="150000"/>
              </a:lnSpc>
              <a:buFont typeface="+mj-lt"/>
              <a:buAutoNum type="arabicPeriod"/>
            </a:pPr>
            <a:r>
              <a:rPr lang="en-US" b="1" dirty="0"/>
              <a:t>Network Layer → Data Link Layer</a:t>
            </a:r>
            <a:endParaRPr lang="en-US" dirty="0"/>
          </a:p>
          <a:p>
            <a:pPr marL="742950" lvl="1" indent="-285750">
              <a:lnSpc>
                <a:spcPct val="150000"/>
              </a:lnSpc>
              <a:buFont typeface="+mj-lt"/>
              <a:buAutoNum type="arabicPeriod"/>
            </a:pPr>
            <a:r>
              <a:rPr lang="en-US" dirty="0"/>
              <a:t>IP packet arrives at the Data Link Layer.</a:t>
            </a:r>
          </a:p>
          <a:p>
            <a:pPr marL="742950" lvl="1" indent="-285750">
              <a:lnSpc>
                <a:spcPct val="150000"/>
              </a:lnSpc>
              <a:buFont typeface="+mj-lt"/>
              <a:buAutoNum type="arabicPeriod"/>
            </a:pPr>
            <a:r>
              <a:rPr lang="en-US" b="1" dirty="0"/>
              <a:t>LLC (IEEE 802.2)</a:t>
            </a:r>
            <a:r>
              <a:rPr lang="en-US" dirty="0"/>
              <a:t> identifies that the payload is an </a:t>
            </a:r>
            <a:r>
              <a:rPr lang="en-US" b="1" dirty="0"/>
              <a:t>IPv4 packet</a:t>
            </a:r>
            <a:r>
              <a:rPr lang="en-US" dirty="0"/>
              <a:t>.</a:t>
            </a:r>
          </a:p>
          <a:p>
            <a:pPr marL="742950" lvl="1" indent="-285750">
              <a:lnSpc>
                <a:spcPct val="150000"/>
              </a:lnSpc>
              <a:buFont typeface="+mj-lt"/>
              <a:buAutoNum type="arabicPeriod"/>
            </a:pPr>
            <a:r>
              <a:rPr lang="en-US" dirty="0"/>
              <a:t>LLC adds headers to tell the receiver’s Data Link Layer how to interpret the payload.</a:t>
            </a:r>
          </a:p>
          <a:p>
            <a:pPr>
              <a:lnSpc>
                <a:spcPct val="150000"/>
              </a:lnSpc>
              <a:buFont typeface="+mj-lt"/>
              <a:buAutoNum type="arabicPeriod"/>
            </a:pPr>
            <a:r>
              <a:rPr lang="en-US" b="1" dirty="0"/>
              <a:t>MAC Sublayer (IEEE 802.3)</a:t>
            </a:r>
            <a:endParaRPr lang="en-US" dirty="0"/>
          </a:p>
          <a:p>
            <a:pPr marL="742950" lvl="1" indent="-285750">
              <a:lnSpc>
                <a:spcPct val="150000"/>
              </a:lnSpc>
              <a:buFont typeface="+mj-lt"/>
              <a:buAutoNum type="arabicPeriod"/>
            </a:pPr>
            <a:r>
              <a:rPr lang="en-US" dirty="0"/>
              <a:t>The MAC adds source and destination </a:t>
            </a:r>
            <a:r>
              <a:rPr lang="en-US" b="1" dirty="0"/>
              <a:t>MAC addresses</a:t>
            </a:r>
            <a:r>
              <a:rPr lang="en-US" dirty="0"/>
              <a:t>.</a:t>
            </a:r>
          </a:p>
          <a:p>
            <a:pPr marL="742950" lvl="1" indent="-285750">
              <a:lnSpc>
                <a:spcPct val="150000"/>
              </a:lnSpc>
              <a:buFont typeface="+mj-lt"/>
              <a:buAutoNum type="arabicPeriod"/>
            </a:pPr>
            <a:r>
              <a:rPr lang="en-US" dirty="0"/>
              <a:t>Implements CSMA/CD to ensure the medium is free before sending. And Builds an </a:t>
            </a:r>
            <a:r>
              <a:rPr lang="en-US" b="1" dirty="0"/>
              <a:t>Ethernet Frame</a:t>
            </a:r>
            <a:r>
              <a:rPr lang="en-US" dirty="0"/>
              <a:t> with preamble, headers, data, and CRC.</a:t>
            </a:r>
          </a:p>
          <a:p>
            <a:pPr>
              <a:lnSpc>
                <a:spcPct val="150000"/>
              </a:lnSpc>
              <a:buFont typeface="+mj-lt"/>
              <a:buAutoNum type="arabicPeriod"/>
            </a:pPr>
            <a:r>
              <a:rPr lang="en-US" b="1" dirty="0"/>
              <a:t>Physical Layer (Layer 1)</a:t>
            </a:r>
            <a:endParaRPr lang="en-US" dirty="0"/>
          </a:p>
          <a:p>
            <a:pPr marL="742950" lvl="1" indent="-285750">
              <a:lnSpc>
                <a:spcPct val="150000"/>
              </a:lnSpc>
              <a:buFont typeface="+mj-lt"/>
              <a:buAutoNum type="arabicPeriod"/>
            </a:pPr>
            <a:r>
              <a:rPr lang="en-US" dirty="0"/>
              <a:t>The frame is converted to electrical signals on copper cable (or light on fiber).</a:t>
            </a:r>
          </a:p>
          <a:p>
            <a:pPr>
              <a:lnSpc>
                <a:spcPct val="150000"/>
              </a:lnSpc>
              <a:buFont typeface="+mj-lt"/>
              <a:buAutoNum type="arabicPeriod"/>
            </a:pPr>
            <a:r>
              <a:rPr lang="en-US" b="1" dirty="0"/>
              <a:t>Receiving Device</a:t>
            </a:r>
            <a:endParaRPr lang="en-US" dirty="0"/>
          </a:p>
          <a:p>
            <a:pPr marL="742950" lvl="1" indent="-285750">
              <a:lnSpc>
                <a:spcPct val="150000"/>
              </a:lnSpc>
              <a:buFont typeface="+mj-lt"/>
              <a:buAutoNum type="arabicPeriod"/>
            </a:pPr>
            <a:r>
              <a:rPr lang="en-US" dirty="0"/>
              <a:t>The NIC receives the frame, checks the CRC for errors. The MAC checks if the destination MAC matches.</a:t>
            </a:r>
          </a:p>
          <a:p>
            <a:pPr marL="742950" lvl="1" indent="-285750">
              <a:lnSpc>
                <a:spcPct val="150000"/>
              </a:lnSpc>
              <a:buFont typeface="+mj-lt"/>
              <a:buAutoNum type="arabicPeriod"/>
            </a:pPr>
            <a:r>
              <a:rPr lang="en-US" dirty="0"/>
              <a:t>LLC delivers the payload to the </a:t>
            </a:r>
            <a:r>
              <a:rPr lang="en-US" b="1" dirty="0"/>
              <a:t>Network Layer (IP)</a:t>
            </a:r>
            <a:r>
              <a:rPr lang="en-US" dirty="0"/>
              <a:t>.</a:t>
            </a:r>
          </a:p>
          <a:p>
            <a:pPr marL="742950" lvl="1" indent="-285750">
              <a:lnSpc>
                <a:spcPct val="150000"/>
              </a:lnSpc>
              <a:buFont typeface="+mj-lt"/>
              <a:buAutoNum type="arabicPeriod"/>
            </a:pPr>
            <a:r>
              <a:rPr lang="en-US" dirty="0"/>
              <a:t>IP forwards it up to the email application.</a:t>
            </a:r>
          </a:p>
        </p:txBody>
      </p:sp>
    </p:spTree>
    <p:extLst>
      <p:ext uri="{BB962C8B-B14F-4D97-AF65-F5344CB8AC3E}">
        <p14:creationId xmlns:p14="http://schemas.microsoft.com/office/powerpoint/2010/main" val="11969554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158750"/>
            <a:ext cx="11277600" cy="6559550"/>
          </a:xfrm>
        </p:spPr>
        <p:txBody>
          <a:bodyPr/>
          <a:lstStyle/>
          <a:p>
            <a:pPr marL="0" indent="0">
              <a:buNone/>
            </a:pPr>
            <a:endParaRPr lang="en-US" dirty="0">
              <a:solidFill>
                <a:srgbClr val="FF0000"/>
              </a:solidFill>
            </a:endParaRPr>
          </a:p>
          <a:p>
            <a:pPr marL="0" indent="0">
              <a:buNone/>
            </a:pPr>
            <a:r>
              <a:rPr lang="en-US" sz="2200" b="1" dirty="0"/>
              <a:t>7. Physical Layer</a:t>
            </a:r>
          </a:p>
          <a:p>
            <a:pPr marL="0" indent="0">
              <a:lnSpc>
                <a:spcPct val="100000"/>
              </a:lnSpc>
              <a:buNone/>
            </a:pPr>
            <a:r>
              <a:rPr lang="en-US" sz="2200" dirty="0"/>
              <a:t>Interacting with the hardware devices and physical components Hardware components are like router, switches, hub etc. Physical components are like cables. Ports, connectors etc.</a:t>
            </a:r>
          </a:p>
          <a:p>
            <a:pPr marL="0" indent="0">
              <a:lnSpc>
                <a:spcPct val="100000"/>
              </a:lnSpc>
              <a:buNone/>
            </a:pPr>
            <a:r>
              <a:rPr lang="en-US" sz="2200" dirty="0"/>
              <a:t>Converts the data into various forms as shown below;</a:t>
            </a:r>
          </a:p>
          <a:p>
            <a:pPr marL="0" indent="0">
              <a:buNone/>
            </a:pPr>
            <a:r>
              <a:rPr lang="en-US" sz="2200" dirty="0"/>
              <a:t>Describes methods for exchanging data frames over a common media</a:t>
            </a:r>
            <a:r>
              <a:rPr lang="en-US" dirty="0"/>
              <a:t>.</a:t>
            </a:r>
          </a:p>
          <a:p>
            <a:pPr marL="0" indent="0">
              <a:buNone/>
            </a:pPr>
            <a:endParaRPr lang="en-US" dirty="0">
              <a:solidFill>
                <a:schemeClr val="tx1"/>
              </a:solidFill>
            </a:endParaRPr>
          </a:p>
        </p:txBody>
      </p:sp>
      <p:pic>
        <p:nvPicPr>
          <p:cNvPr id="6" name="Picture 5"/>
          <p:cNvPicPr>
            <a:picLocks noChangeAspect="1"/>
          </p:cNvPicPr>
          <p:nvPr/>
        </p:nvPicPr>
        <p:blipFill>
          <a:blip r:embed="rId2"/>
          <a:stretch>
            <a:fillRect/>
          </a:stretch>
        </p:blipFill>
        <p:spPr>
          <a:xfrm>
            <a:off x="175526" y="2928731"/>
            <a:ext cx="10607725" cy="323353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BDFEA34-1406-2579-4B3C-0A3CFE4460C6}"/>
              </a:ext>
            </a:extLst>
          </p:cNvPr>
          <p:cNvSpPr>
            <a:spLocks noGrp="1"/>
          </p:cNvSpPr>
          <p:nvPr>
            <p:ph type="ftr" sz="quarter" idx="11"/>
          </p:nvPr>
        </p:nvSpPr>
        <p:spPr/>
        <p:txBody>
          <a:bodyPr/>
          <a:lstStyle/>
          <a:p>
            <a:pPr defTabSz="609600"/>
            <a:r>
              <a:rPr lang="en-IN"/>
              <a:t>LABOR FOR THE FUTURE</a:t>
            </a:r>
            <a:endParaRPr lang="en-IN" dirty="0"/>
          </a:p>
        </p:txBody>
      </p:sp>
      <p:sp>
        <p:nvSpPr>
          <p:cNvPr id="4" name="TextBox 3">
            <a:extLst>
              <a:ext uri="{FF2B5EF4-FFF2-40B4-BE49-F238E27FC236}">
                <a16:creationId xmlns:a16="http://schemas.microsoft.com/office/drawing/2014/main" id="{58E05A88-C6B5-70F4-674D-5D723D7DC3F5}"/>
              </a:ext>
            </a:extLst>
          </p:cNvPr>
          <p:cNvSpPr txBox="1"/>
          <p:nvPr/>
        </p:nvSpPr>
        <p:spPr>
          <a:xfrm>
            <a:off x="477520" y="1039098"/>
            <a:ext cx="10942320" cy="4018088"/>
          </a:xfrm>
          <a:prstGeom prst="rect">
            <a:avLst/>
          </a:prstGeom>
          <a:noFill/>
        </p:spPr>
        <p:txBody>
          <a:bodyPr wrap="square">
            <a:spAutoFit/>
          </a:bodyPr>
          <a:lstStyle/>
          <a:p>
            <a:pPr algn="l">
              <a:lnSpc>
                <a:spcPct val="150000"/>
              </a:lnSpc>
            </a:pPr>
            <a:r>
              <a:rPr lang="en-US" sz="2800" b="1" i="0" u="none" strike="noStrike" baseline="0" dirty="0">
                <a:latin typeface="Tahoma-Bold"/>
              </a:rPr>
              <a:t>The Physical Layer</a:t>
            </a:r>
          </a:p>
          <a:p>
            <a:pPr algn="l">
              <a:lnSpc>
                <a:spcPct val="150000"/>
              </a:lnSpc>
            </a:pPr>
            <a:r>
              <a:rPr lang="en-US" sz="1800" b="0" i="0" u="none" strike="noStrike" baseline="0" dirty="0">
                <a:latin typeface="Georgia" panose="02040502050405020303" pitchFamily="18" charset="0"/>
              </a:rPr>
              <a:t>Finally arriving at the bottom, we find that the </a:t>
            </a:r>
            <a:r>
              <a:rPr lang="en-US" sz="1800" b="0" i="1" u="none" strike="noStrike" baseline="0" dirty="0">
                <a:latin typeface="Georgia-Italic"/>
              </a:rPr>
              <a:t>Physical layer </a:t>
            </a:r>
            <a:r>
              <a:rPr lang="en-US" sz="1800" b="0" i="0" u="none" strike="noStrike" baseline="0" dirty="0">
                <a:latin typeface="Georgia" panose="02040502050405020303" pitchFamily="18" charset="0"/>
              </a:rPr>
              <a:t>does two things: it sends bits and</a:t>
            </a:r>
          </a:p>
          <a:p>
            <a:pPr algn="l">
              <a:lnSpc>
                <a:spcPct val="150000"/>
              </a:lnSpc>
            </a:pPr>
            <a:r>
              <a:rPr lang="en-US" sz="1800" b="0" i="0" u="none" strike="noStrike" baseline="0" dirty="0">
                <a:latin typeface="Georgia" panose="02040502050405020303" pitchFamily="18" charset="0"/>
              </a:rPr>
              <a:t>receives bits. Bits come only in values of 1 or 0—a Morse code with numerical values. The</a:t>
            </a:r>
          </a:p>
          <a:p>
            <a:pPr algn="l">
              <a:lnSpc>
                <a:spcPct val="150000"/>
              </a:lnSpc>
            </a:pPr>
            <a:r>
              <a:rPr lang="en-US" sz="1800" b="0" i="0" u="none" strike="noStrike" baseline="0" dirty="0">
                <a:latin typeface="Georgia" panose="02040502050405020303" pitchFamily="18" charset="0"/>
              </a:rPr>
              <a:t>Physical layer communicates directly with the various types of actual communication media.</a:t>
            </a:r>
          </a:p>
          <a:p>
            <a:pPr algn="l">
              <a:lnSpc>
                <a:spcPct val="150000"/>
              </a:lnSpc>
            </a:pPr>
            <a:r>
              <a:rPr lang="en-US" sz="1800" b="0" i="0" u="none" strike="noStrike" baseline="0" dirty="0">
                <a:latin typeface="Georgia" panose="02040502050405020303" pitchFamily="18" charset="0"/>
              </a:rPr>
              <a:t>Different kinds of media represent these bit values in different ways. Some use audio tones, while</a:t>
            </a:r>
          </a:p>
          <a:p>
            <a:pPr algn="l">
              <a:lnSpc>
                <a:spcPct val="150000"/>
              </a:lnSpc>
            </a:pPr>
            <a:r>
              <a:rPr lang="en-US" sz="1800" b="0" i="0" u="none" strike="noStrike" baseline="0" dirty="0">
                <a:latin typeface="Georgia" panose="02040502050405020303" pitchFamily="18" charset="0"/>
              </a:rPr>
              <a:t>others employ </a:t>
            </a:r>
            <a:r>
              <a:rPr lang="en-US" sz="1800" b="0" i="1" u="none" strike="noStrike" baseline="0" dirty="0">
                <a:latin typeface="Georgia-Italic"/>
              </a:rPr>
              <a:t>state transitions</a:t>
            </a:r>
            <a:r>
              <a:rPr lang="en-US" sz="1800" b="0" i="0" u="none" strike="noStrike" baseline="0" dirty="0">
                <a:latin typeface="Georgia" panose="02040502050405020303" pitchFamily="18" charset="0"/>
              </a:rPr>
              <a:t>—changes in voltage from high to low and low to high. Specific</a:t>
            </a:r>
          </a:p>
          <a:p>
            <a:pPr algn="l">
              <a:lnSpc>
                <a:spcPct val="150000"/>
              </a:lnSpc>
            </a:pPr>
            <a:r>
              <a:rPr lang="en-US" sz="1800" b="0" i="0" u="none" strike="noStrike" baseline="0" dirty="0">
                <a:latin typeface="Georgia" panose="02040502050405020303" pitchFamily="18" charset="0"/>
              </a:rPr>
              <a:t>protocols are needed for each type of media to describe the proper bit patterns to be used, how</a:t>
            </a:r>
          </a:p>
          <a:p>
            <a:pPr algn="l">
              <a:lnSpc>
                <a:spcPct val="150000"/>
              </a:lnSpc>
            </a:pPr>
            <a:r>
              <a:rPr lang="en-US" sz="1800" b="0" i="0" u="none" strike="noStrike" baseline="0" dirty="0">
                <a:latin typeface="Georgia" panose="02040502050405020303" pitchFamily="18" charset="0"/>
              </a:rPr>
              <a:t>data is encoded into media signals, and the various qualities of the physical media’s attachment</a:t>
            </a:r>
          </a:p>
          <a:p>
            <a:pPr algn="l">
              <a:lnSpc>
                <a:spcPct val="150000"/>
              </a:lnSpc>
            </a:pPr>
            <a:r>
              <a:rPr lang="en-US" sz="1800" b="0" i="0" u="none" strike="noStrike" baseline="0" dirty="0">
                <a:latin typeface="Georgia" panose="02040502050405020303" pitchFamily="18" charset="0"/>
              </a:rPr>
              <a:t>interface.</a:t>
            </a:r>
            <a:endParaRPr lang="en-RW" dirty="0"/>
          </a:p>
        </p:txBody>
      </p:sp>
      <p:sp>
        <p:nvSpPr>
          <p:cNvPr id="6" name="TextBox 5">
            <a:extLst>
              <a:ext uri="{FF2B5EF4-FFF2-40B4-BE49-F238E27FC236}">
                <a16:creationId xmlns:a16="http://schemas.microsoft.com/office/drawing/2014/main" id="{FEDA9883-E09C-B9F6-CC9A-7CAB5AD32839}"/>
              </a:ext>
            </a:extLst>
          </p:cNvPr>
          <p:cNvSpPr txBox="1"/>
          <p:nvPr/>
        </p:nvSpPr>
        <p:spPr>
          <a:xfrm>
            <a:off x="614680" y="5568552"/>
            <a:ext cx="10805160" cy="369332"/>
          </a:xfrm>
          <a:prstGeom prst="rect">
            <a:avLst/>
          </a:prstGeom>
          <a:noFill/>
        </p:spPr>
        <p:txBody>
          <a:bodyPr wrap="square">
            <a:spAutoFit/>
          </a:bodyPr>
          <a:lstStyle/>
          <a:p>
            <a:pPr algn="l"/>
            <a:r>
              <a:rPr lang="en-US" sz="1800" b="0" i="1" u="none" strike="noStrike" baseline="0" dirty="0">
                <a:latin typeface="Georgia-Italic"/>
              </a:rPr>
              <a:t>Latency </a:t>
            </a:r>
            <a:r>
              <a:rPr lang="en-US" sz="1800" b="0" i="0" u="none" strike="noStrike" baseline="0" dirty="0">
                <a:latin typeface="Georgia" panose="02040502050405020303" pitchFamily="18" charset="0"/>
              </a:rPr>
              <a:t>is the time measured from when a frame enters a port to when it exits a  port.</a:t>
            </a:r>
            <a:endParaRPr lang="en-RW" dirty="0"/>
          </a:p>
        </p:txBody>
      </p:sp>
    </p:spTree>
    <p:extLst>
      <p:ext uri="{BB962C8B-B14F-4D97-AF65-F5344CB8AC3E}">
        <p14:creationId xmlns:p14="http://schemas.microsoft.com/office/powerpoint/2010/main" val="39511361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DB8A322-FF85-DA48-45B4-D816803B02F5}"/>
              </a:ext>
            </a:extLst>
          </p:cNvPr>
          <p:cNvSpPr>
            <a:spLocks noGrp="1"/>
          </p:cNvSpPr>
          <p:nvPr>
            <p:ph type="ftr" sz="quarter" idx="11"/>
          </p:nvPr>
        </p:nvSpPr>
        <p:spPr/>
        <p:txBody>
          <a:bodyPr/>
          <a:lstStyle/>
          <a:p>
            <a:pPr defTabSz="609600"/>
            <a:r>
              <a:rPr lang="en-IN"/>
              <a:t>LABOR FOR THE FUTURE</a:t>
            </a:r>
            <a:endParaRPr lang="en-IN" dirty="0"/>
          </a:p>
        </p:txBody>
      </p:sp>
      <p:sp>
        <p:nvSpPr>
          <p:cNvPr id="7" name="TextBox 6">
            <a:extLst>
              <a:ext uri="{FF2B5EF4-FFF2-40B4-BE49-F238E27FC236}">
                <a16:creationId xmlns:a16="http://schemas.microsoft.com/office/drawing/2014/main" id="{41EB45DE-6289-4D8F-0AEE-684B504F27B9}"/>
              </a:ext>
            </a:extLst>
          </p:cNvPr>
          <p:cNvSpPr txBox="1"/>
          <p:nvPr/>
        </p:nvSpPr>
        <p:spPr>
          <a:xfrm>
            <a:off x="294640" y="183556"/>
            <a:ext cx="11805919" cy="6288364"/>
          </a:xfrm>
          <a:prstGeom prst="rect">
            <a:avLst/>
          </a:prstGeom>
          <a:noFill/>
        </p:spPr>
        <p:txBody>
          <a:bodyPr wrap="square">
            <a:spAutoFit/>
          </a:bodyPr>
          <a:lstStyle/>
          <a:p>
            <a:pPr>
              <a:lnSpc>
                <a:spcPct val="150000"/>
              </a:lnSpc>
            </a:pPr>
            <a:r>
              <a:rPr lang="en-US" sz="2000" b="1" dirty="0"/>
              <a:t> Hub</a:t>
            </a:r>
          </a:p>
          <a:p>
            <a:pPr>
              <a:lnSpc>
                <a:spcPct val="150000"/>
              </a:lnSpc>
            </a:pPr>
            <a:r>
              <a:rPr lang="en-US" sz="2000" dirty="0"/>
              <a:t>A multiport repeater.</a:t>
            </a:r>
          </a:p>
          <a:p>
            <a:pPr>
              <a:lnSpc>
                <a:spcPct val="150000"/>
              </a:lnSpc>
            </a:pPr>
            <a:r>
              <a:rPr lang="en-US" sz="2000" dirty="0"/>
              <a:t>Simply takes an incoming signal and repeats/broadcasts it to all other ports.</a:t>
            </a:r>
          </a:p>
          <a:p>
            <a:pPr>
              <a:lnSpc>
                <a:spcPct val="150000"/>
              </a:lnSpc>
            </a:pPr>
            <a:r>
              <a:rPr lang="en-US" sz="2000" dirty="0"/>
              <a:t>No MAC address, no frame processing.</a:t>
            </a:r>
          </a:p>
          <a:p>
            <a:pPr>
              <a:lnSpc>
                <a:spcPct val="150000"/>
              </a:lnSpc>
            </a:pPr>
            <a:r>
              <a:rPr lang="en-US" sz="2000" dirty="0"/>
              <a:t>Belongs to the Physical Layer (Layer 1).</a:t>
            </a:r>
          </a:p>
          <a:p>
            <a:pPr>
              <a:lnSpc>
                <a:spcPct val="150000"/>
              </a:lnSpc>
            </a:pPr>
            <a:r>
              <a:rPr lang="en-US" sz="2000" dirty="0"/>
              <a:t> </a:t>
            </a:r>
            <a:r>
              <a:rPr lang="en-US" sz="2000" b="1" dirty="0"/>
              <a:t>Repeater</a:t>
            </a:r>
          </a:p>
          <a:p>
            <a:pPr>
              <a:lnSpc>
                <a:spcPct val="150000"/>
              </a:lnSpc>
            </a:pPr>
            <a:r>
              <a:rPr lang="en-US" sz="2000" dirty="0"/>
              <a:t>Regenerates/amplifies electrical/optical signals to extend distance.</a:t>
            </a:r>
          </a:p>
          <a:p>
            <a:pPr>
              <a:lnSpc>
                <a:spcPct val="150000"/>
              </a:lnSpc>
            </a:pPr>
            <a:r>
              <a:rPr lang="en-US" sz="2000" dirty="0"/>
              <a:t>Does not understand frames or addresses.</a:t>
            </a:r>
          </a:p>
          <a:p>
            <a:pPr>
              <a:lnSpc>
                <a:spcPct val="150000"/>
              </a:lnSpc>
            </a:pPr>
            <a:r>
              <a:rPr lang="en-US" sz="2000" dirty="0"/>
              <a:t>Also belongs to the Physical Layer (Layer 1).</a:t>
            </a:r>
          </a:p>
          <a:p>
            <a:pPr>
              <a:lnSpc>
                <a:spcPct val="150000"/>
              </a:lnSpc>
            </a:pPr>
            <a:r>
              <a:rPr lang="en-US" sz="2000" dirty="0"/>
              <a:t> Difference with Data Link Layer (Layer 2) Devices</a:t>
            </a:r>
          </a:p>
          <a:p>
            <a:pPr>
              <a:lnSpc>
                <a:spcPct val="150000"/>
              </a:lnSpc>
            </a:pPr>
            <a:r>
              <a:rPr lang="en-US" sz="2000" dirty="0"/>
              <a:t>Devices like Switches and Bridges operate at Layer 2 (Data Link Layer) because they look at MAC addresses and make forwarding decisions.</a:t>
            </a:r>
          </a:p>
          <a:p>
            <a:endParaRPr lang="en-US" sz="2000" dirty="0"/>
          </a:p>
          <a:p>
            <a:r>
              <a:rPr lang="en-US" sz="2000" dirty="0"/>
              <a:t>Hubs/Repeaters do not — they only deal with raw bits/signals.</a:t>
            </a:r>
            <a:endParaRPr lang="en-RW" sz="2000" dirty="0"/>
          </a:p>
        </p:txBody>
      </p:sp>
    </p:spTree>
    <p:extLst>
      <p:ext uri="{BB962C8B-B14F-4D97-AF65-F5344CB8AC3E}">
        <p14:creationId xmlns:p14="http://schemas.microsoft.com/office/powerpoint/2010/main" val="28023726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06F0781-03CA-AA34-7CFE-CFD11CA474CA}"/>
              </a:ext>
            </a:extLst>
          </p:cNvPr>
          <p:cNvSpPr>
            <a:spLocks noGrp="1"/>
          </p:cNvSpPr>
          <p:nvPr>
            <p:ph type="ftr" sz="quarter" idx="11"/>
          </p:nvPr>
        </p:nvSpPr>
        <p:spPr/>
        <p:txBody>
          <a:bodyPr/>
          <a:lstStyle/>
          <a:p>
            <a:pPr defTabSz="609600"/>
            <a:r>
              <a:rPr lang="en-IN"/>
              <a:t>LABOR FOR THE FUTURE</a:t>
            </a:r>
            <a:endParaRPr lang="en-IN" dirty="0"/>
          </a:p>
        </p:txBody>
      </p:sp>
      <p:sp>
        <p:nvSpPr>
          <p:cNvPr id="4" name="TextBox 3">
            <a:extLst>
              <a:ext uri="{FF2B5EF4-FFF2-40B4-BE49-F238E27FC236}">
                <a16:creationId xmlns:a16="http://schemas.microsoft.com/office/drawing/2014/main" id="{239E310D-CD20-6A82-0534-86D7589D7B93}"/>
              </a:ext>
            </a:extLst>
          </p:cNvPr>
          <p:cNvSpPr txBox="1"/>
          <p:nvPr/>
        </p:nvSpPr>
        <p:spPr>
          <a:xfrm>
            <a:off x="213360" y="183555"/>
            <a:ext cx="10830560" cy="3788858"/>
          </a:xfrm>
          <a:prstGeom prst="rect">
            <a:avLst/>
          </a:prstGeom>
          <a:noFill/>
        </p:spPr>
        <p:txBody>
          <a:bodyPr wrap="square">
            <a:spAutoFit/>
          </a:bodyPr>
          <a:lstStyle/>
          <a:p>
            <a:pPr algn="l">
              <a:lnSpc>
                <a:spcPct val="150000"/>
              </a:lnSpc>
            </a:pPr>
            <a:r>
              <a:rPr lang="en-US" sz="1800" b="1" i="0" u="none" strike="noStrike" baseline="0" dirty="0">
                <a:latin typeface="Tahoma-Bold"/>
              </a:rPr>
              <a:t>Topologies at the Physical layer</a:t>
            </a:r>
          </a:p>
          <a:p>
            <a:pPr algn="l">
              <a:lnSpc>
                <a:spcPct val="150000"/>
              </a:lnSpc>
            </a:pPr>
            <a:r>
              <a:rPr lang="en-US" sz="1800" b="0" i="0" u="none" strike="noStrike" baseline="0" dirty="0">
                <a:latin typeface="Georgia" panose="02040502050405020303" pitchFamily="18" charset="0"/>
              </a:rPr>
              <a:t>One last thing I want to discuss at the Physical layer is topologies, both physical and logical.</a:t>
            </a:r>
          </a:p>
          <a:p>
            <a:pPr algn="l">
              <a:lnSpc>
                <a:spcPct val="150000"/>
              </a:lnSpc>
            </a:pPr>
            <a:r>
              <a:rPr lang="en-US" sz="1800" b="0" i="0" u="none" strike="noStrike" baseline="0" dirty="0">
                <a:latin typeface="Georgia" panose="02040502050405020303" pitchFamily="18" charset="0"/>
              </a:rPr>
              <a:t>Understand that every type of network has both a physical and a logical topology.</a:t>
            </a:r>
          </a:p>
          <a:p>
            <a:pPr algn="l">
              <a:lnSpc>
                <a:spcPct val="150000"/>
              </a:lnSpc>
            </a:pPr>
            <a:r>
              <a:rPr lang="en-US" sz="1800" b="0" i="0" u="none" strike="noStrike" baseline="0" dirty="0">
                <a:latin typeface="Georgia" panose="02040502050405020303" pitchFamily="18" charset="0"/>
              </a:rPr>
              <a:t>The physical topology of a network refers to the physical layout of the devices, but mostly</a:t>
            </a:r>
          </a:p>
          <a:p>
            <a:pPr algn="l">
              <a:lnSpc>
                <a:spcPct val="150000"/>
              </a:lnSpc>
            </a:pPr>
            <a:r>
              <a:rPr lang="en-US" sz="1800" b="0" i="0" u="none" strike="noStrike" baseline="0" dirty="0">
                <a:latin typeface="Georgia" panose="02040502050405020303" pitchFamily="18" charset="0"/>
              </a:rPr>
              <a:t>the cabling and cabling layout.</a:t>
            </a:r>
          </a:p>
          <a:p>
            <a:pPr algn="l">
              <a:lnSpc>
                <a:spcPct val="150000"/>
              </a:lnSpc>
            </a:pPr>
            <a:r>
              <a:rPr lang="en-US" sz="1800" b="0" i="0" u="none" strike="noStrike" baseline="0" dirty="0">
                <a:latin typeface="Georgia" panose="02040502050405020303" pitchFamily="18" charset="0"/>
              </a:rPr>
              <a:t>The logical topology defines the logical path on which the signal will travel on the physical</a:t>
            </a:r>
          </a:p>
          <a:p>
            <a:pPr algn="l">
              <a:lnSpc>
                <a:spcPct val="150000"/>
              </a:lnSpc>
            </a:pPr>
            <a:r>
              <a:rPr lang="en-US" sz="1800" b="0" i="0" u="none" strike="noStrike" baseline="0" dirty="0">
                <a:latin typeface="Georgia" panose="02040502050405020303" pitchFamily="18" charset="0"/>
              </a:rPr>
              <a:t>topology.</a:t>
            </a:r>
          </a:p>
          <a:p>
            <a:pPr algn="l">
              <a:lnSpc>
                <a:spcPct val="150000"/>
              </a:lnSpc>
            </a:pPr>
            <a:endParaRPr lang="en-US" dirty="0">
              <a:latin typeface="Georgia" panose="02040502050405020303" pitchFamily="18" charset="0"/>
            </a:endParaRPr>
          </a:p>
          <a:p>
            <a:pPr algn="l">
              <a:lnSpc>
                <a:spcPct val="150000"/>
              </a:lnSpc>
            </a:pPr>
            <a:endParaRPr lang="en-RW" dirty="0"/>
          </a:p>
        </p:txBody>
      </p:sp>
      <p:pic>
        <p:nvPicPr>
          <p:cNvPr id="6" name="Picture 5">
            <a:extLst>
              <a:ext uri="{FF2B5EF4-FFF2-40B4-BE49-F238E27FC236}">
                <a16:creationId xmlns:a16="http://schemas.microsoft.com/office/drawing/2014/main" id="{611FA110-27C4-C634-5DB1-D22CA8F906FB}"/>
              </a:ext>
            </a:extLst>
          </p:cNvPr>
          <p:cNvPicPr>
            <a:picLocks noChangeAspect="1"/>
          </p:cNvPicPr>
          <p:nvPr/>
        </p:nvPicPr>
        <p:blipFill>
          <a:blip r:embed="rId2"/>
          <a:stretch>
            <a:fillRect/>
          </a:stretch>
        </p:blipFill>
        <p:spPr>
          <a:xfrm>
            <a:off x="386080" y="3471460"/>
            <a:ext cx="8707120" cy="3221633"/>
          </a:xfrm>
          <a:prstGeom prst="rect">
            <a:avLst/>
          </a:prstGeom>
        </p:spPr>
      </p:pic>
    </p:spTree>
    <p:extLst>
      <p:ext uri="{BB962C8B-B14F-4D97-AF65-F5344CB8AC3E}">
        <p14:creationId xmlns:p14="http://schemas.microsoft.com/office/powerpoint/2010/main" val="19014932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DB38F78-3E2A-22F4-F361-572217D55BC9}"/>
              </a:ext>
            </a:extLst>
          </p:cNvPr>
          <p:cNvSpPr>
            <a:spLocks noGrp="1"/>
          </p:cNvSpPr>
          <p:nvPr>
            <p:ph type="ftr" sz="quarter" idx="11"/>
          </p:nvPr>
        </p:nvSpPr>
        <p:spPr/>
        <p:txBody>
          <a:bodyPr/>
          <a:lstStyle/>
          <a:p>
            <a:pPr defTabSz="609600"/>
            <a:r>
              <a:rPr lang="en-IN"/>
              <a:t>LABOR FOR THE FUTURE</a:t>
            </a:r>
            <a:endParaRPr lang="en-IN" dirty="0"/>
          </a:p>
        </p:txBody>
      </p:sp>
      <p:sp>
        <p:nvSpPr>
          <p:cNvPr id="4" name="TextBox 3">
            <a:extLst>
              <a:ext uri="{FF2B5EF4-FFF2-40B4-BE49-F238E27FC236}">
                <a16:creationId xmlns:a16="http://schemas.microsoft.com/office/drawing/2014/main" id="{55A58F34-7581-6EE1-9F89-0EACCA92C5B9}"/>
              </a:ext>
            </a:extLst>
          </p:cNvPr>
          <p:cNvSpPr txBox="1"/>
          <p:nvPr/>
        </p:nvSpPr>
        <p:spPr>
          <a:xfrm>
            <a:off x="406400" y="183555"/>
            <a:ext cx="11694160" cy="6695744"/>
          </a:xfrm>
          <a:prstGeom prst="rect">
            <a:avLst/>
          </a:prstGeom>
          <a:noFill/>
        </p:spPr>
        <p:txBody>
          <a:bodyPr wrap="square">
            <a:spAutoFit/>
          </a:bodyPr>
          <a:lstStyle/>
          <a:p>
            <a:pPr algn="l">
              <a:lnSpc>
                <a:spcPct val="150000"/>
              </a:lnSpc>
            </a:pPr>
            <a:r>
              <a:rPr lang="en-US" sz="1800" b="0" i="0" u="none" strike="noStrike" baseline="0" dirty="0">
                <a:latin typeface="Georgia" panose="02040502050405020303" pitchFamily="18" charset="0"/>
              </a:rPr>
              <a:t>Here are the topology types, although the most common, and pretty much the only network we</a:t>
            </a:r>
          </a:p>
          <a:p>
            <a:pPr algn="l">
              <a:lnSpc>
                <a:spcPct val="150000"/>
              </a:lnSpc>
            </a:pPr>
            <a:r>
              <a:rPr lang="en-US" sz="1800" b="0" i="0" u="none" strike="noStrike" baseline="0" dirty="0">
                <a:latin typeface="Georgia" panose="02040502050405020303" pitchFamily="18" charset="0"/>
              </a:rPr>
              <a:t>use today is a physical star, logical bus technology, which is considered a hybrid topology (think</a:t>
            </a:r>
          </a:p>
          <a:p>
            <a:pPr algn="l">
              <a:lnSpc>
                <a:spcPct val="150000"/>
              </a:lnSpc>
            </a:pPr>
            <a:r>
              <a:rPr lang="en-US" sz="1800" b="0" i="0" u="none" strike="noStrike" baseline="0" dirty="0">
                <a:latin typeface="Georgia" panose="02040502050405020303" pitchFamily="18" charset="0"/>
              </a:rPr>
              <a:t>Ethernet):</a:t>
            </a:r>
          </a:p>
          <a:p>
            <a:pPr algn="l">
              <a:lnSpc>
                <a:spcPct val="150000"/>
              </a:lnSpc>
            </a:pPr>
            <a:r>
              <a:rPr lang="en-US" sz="1800" b="1" i="0" u="none" strike="noStrike" baseline="0" dirty="0">
                <a:latin typeface="Georgia" panose="02040502050405020303" pitchFamily="18" charset="0"/>
              </a:rPr>
              <a:t>Bus</a:t>
            </a:r>
            <a:r>
              <a:rPr lang="en-US" sz="1800" b="0" i="0" u="none" strike="noStrike" baseline="0" dirty="0">
                <a:latin typeface="Georgia" panose="02040502050405020303" pitchFamily="18" charset="0"/>
              </a:rPr>
              <a:t>: In a bus topology, every workstation is connected to a single cable, meaning every host</a:t>
            </a:r>
          </a:p>
          <a:p>
            <a:pPr algn="l">
              <a:lnSpc>
                <a:spcPct val="150000"/>
              </a:lnSpc>
            </a:pPr>
            <a:r>
              <a:rPr lang="en-US" sz="1800" b="0" i="0" u="none" strike="noStrike" baseline="0" dirty="0">
                <a:latin typeface="Georgia" panose="02040502050405020303" pitchFamily="18" charset="0"/>
              </a:rPr>
              <a:t>is directly connected to every other workstation in the network.</a:t>
            </a:r>
          </a:p>
          <a:p>
            <a:pPr algn="l">
              <a:lnSpc>
                <a:spcPct val="150000"/>
              </a:lnSpc>
            </a:pPr>
            <a:r>
              <a:rPr lang="en-US" sz="1800" b="0" i="0" u="none" strike="noStrike" baseline="0" dirty="0">
                <a:latin typeface="Georgia" panose="02040502050405020303" pitchFamily="18" charset="0"/>
              </a:rPr>
              <a:t>Ring: In a ring topology, computers and other network devices are cabled together in a way</a:t>
            </a:r>
          </a:p>
          <a:p>
            <a:pPr algn="l">
              <a:lnSpc>
                <a:spcPct val="150000"/>
              </a:lnSpc>
            </a:pPr>
            <a:r>
              <a:rPr lang="en-US" sz="1800" b="0" i="0" u="none" strike="noStrike" baseline="0" dirty="0">
                <a:latin typeface="Georgia" panose="02040502050405020303" pitchFamily="18" charset="0"/>
              </a:rPr>
              <a:t>that the last device is connected to the first to form a circle or ring.</a:t>
            </a:r>
          </a:p>
          <a:p>
            <a:pPr algn="l">
              <a:lnSpc>
                <a:spcPct val="150000"/>
              </a:lnSpc>
            </a:pPr>
            <a:r>
              <a:rPr lang="en-US" sz="1800" b="1" i="0" u="none" strike="noStrike" baseline="0" dirty="0">
                <a:latin typeface="Georgia" panose="02040502050405020303" pitchFamily="18" charset="0"/>
              </a:rPr>
              <a:t>Star: </a:t>
            </a:r>
            <a:r>
              <a:rPr lang="en-US" sz="1800" b="0" i="0" u="none" strike="noStrike" baseline="0" dirty="0">
                <a:latin typeface="Georgia" panose="02040502050405020303" pitchFamily="18" charset="0"/>
              </a:rPr>
              <a:t>The most common physical topology is a star topology, which is your Ethernet</a:t>
            </a:r>
          </a:p>
          <a:p>
            <a:pPr algn="l">
              <a:lnSpc>
                <a:spcPct val="150000"/>
              </a:lnSpc>
            </a:pPr>
            <a:r>
              <a:rPr lang="en-US" sz="1800" b="0" i="0" u="none" strike="noStrike" baseline="0" dirty="0">
                <a:latin typeface="Georgia" panose="02040502050405020303" pitchFamily="18" charset="0"/>
              </a:rPr>
              <a:t>switching physical layout. A central cabling device (switch) connects the computers and other</a:t>
            </a:r>
          </a:p>
          <a:p>
            <a:pPr algn="l">
              <a:lnSpc>
                <a:spcPct val="150000"/>
              </a:lnSpc>
            </a:pPr>
            <a:r>
              <a:rPr lang="en-US" sz="1800" b="0" i="0" u="none" strike="noStrike" baseline="0" dirty="0">
                <a:latin typeface="Georgia" panose="02040502050405020303" pitchFamily="18" charset="0"/>
              </a:rPr>
              <a:t>network devices together. This category includes star and extended star topologies. Physical</a:t>
            </a:r>
          </a:p>
          <a:p>
            <a:pPr algn="l">
              <a:lnSpc>
                <a:spcPct val="150000"/>
              </a:lnSpc>
            </a:pPr>
            <a:r>
              <a:rPr lang="en-US" sz="1800" b="0" i="0" u="none" strike="noStrike" baseline="0" dirty="0">
                <a:latin typeface="Georgia" panose="02040502050405020303" pitchFamily="18" charset="0"/>
              </a:rPr>
              <a:t>connection is commonly made using twisted-pair wiring.</a:t>
            </a:r>
          </a:p>
          <a:p>
            <a:pPr algn="l">
              <a:lnSpc>
                <a:spcPct val="150000"/>
              </a:lnSpc>
            </a:pPr>
            <a:r>
              <a:rPr lang="en-US" sz="1800" b="1" i="0" u="none" strike="noStrike" baseline="0" dirty="0">
                <a:latin typeface="Georgia" panose="02040502050405020303" pitchFamily="18" charset="0"/>
              </a:rPr>
              <a:t>Mesh</a:t>
            </a:r>
            <a:r>
              <a:rPr lang="en-US" sz="1800" b="0" i="0" u="none" strike="noStrike" baseline="0" dirty="0">
                <a:latin typeface="Georgia" panose="02040502050405020303" pitchFamily="18" charset="0"/>
              </a:rPr>
              <a:t>: In a mesh topology, every network device is cabled together with connection to each</a:t>
            </a:r>
          </a:p>
          <a:p>
            <a:pPr algn="l">
              <a:lnSpc>
                <a:spcPct val="150000"/>
              </a:lnSpc>
            </a:pPr>
            <a:r>
              <a:rPr lang="en-US" sz="1800" b="0" i="0" u="none" strike="noStrike" baseline="0" dirty="0">
                <a:latin typeface="Georgia" panose="02040502050405020303" pitchFamily="18" charset="0"/>
              </a:rPr>
              <a:t>other. Redundant links increase reliability and self-healing. The physical connection is</a:t>
            </a:r>
          </a:p>
          <a:p>
            <a:pPr algn="l">
              <a:lnSpc>
                <a:spcPct val="150000"/>
              </a:lnSpc>
            </a:pPr>
            <a:r>
              <a:rPr lang="en-US" sz="1800" b="0" i="0" u="none" strike="noStrike" baseline="0" dirty="0">
                <a:latin typeface="Georgia" panose="02040502050405020303" pitchFamily="18" charset="0"/>
              </a:rPr>
              <a:t>commonly made using fiber or twisted-pair wiring.</a:t>
            </a:r>
          </a:p>
          <a:p>
            <a:pPr algn="l">
              <a:lnSpc>
                <a:spcPct val="150000"/>
              </a:lnSpc>
            </a:pPr>
            <a:r>
              <a:rPr lang="en-US" sz="1800" b="1" i="0" u="none" strike="noStrike" baseline="0" dirty="0">
                <a:latin typeface="Georgia" panose="02040502050405020303" pitchFamily="18" charset="0"/>
              </a:rPr>
              <a:t>Hybrid</a:t>
            </a:r>
            <a:r>
              <a:rPr lang="en-US" sz="1800" b="0" i="0" u="none" strike="noStrike" baseline="0" dirty="0">
                <a:latin typeface="Georgia" panose="02040502050405020303" pitchFamily="18" charset="0"/>
              </a:rPr>
              <a:t>: Ethernet uses a physical star layout (cables come from all directions), and the signal</a:t>
            </a:r>
          </a:p>
          <a:p>
            <a:pPr algn="l">
              <a:lnSpc>
                <a:spcPct val="150000"/>
              </a:lnSpc>
            </a:pPr>
            <a:r>
              <a:rPr lang="en-US" sz="1800" b="0" i="0" u="none" strike="noStrike" baseline="0" dirty="0">
                <a:latin typeface="Georgia" panose="02040502050405020303" pitchFamily="18" charset="0"/>
              </a:rPr>
              <a:t>travels end-to-end, like a bus route.</a:t>
            </a:r>
            <a:endParaRPr lang="en-RW" dirty="0"/>
          </a:p>
        </p:txBody>
      </p:sp>
    </p:spTree>
    <p:extLst>
      <p:ext uri="{BB962C8B-B14F-4D97-AF65-F5344CB8AC3E}">
        <p14:creationId xmlns:p14="http://schemas.microsoft.com/office/powerpoint/2010/main" val="263653170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252413"/>
            <a:ext cx="8890000" cy="6492875"/>
          </a:xfrm>
        </p:spPr>
        <p:txBody>
          <a:bodyPr/>
          <a:lstStyle/>
          <a:p>
            <a:pPr marL="0" indent="0">
              <a:buNone/>
            </a:pPr>
            <a:r>
              <a:rPr lang="en-US" sz="2000" dirty="0">
                <a:latin typeface="+mj-lt"/>
              </a:rPr>
              <a:t>                        </a:t>
            </a:r>
            <a:r>
              <a:rPr lang="en-US" sz="2000" b="1" dirty="0">
                <a:latin typeface="+mj-lt"/>
              </a:rPr>
              <a:t>OSI Data Types and Protocols</a:t>
            </a:r>
          </a:p>
        </p:txBody>
      </p:sp>
      <p:graphicFrame>
        <p:nvGraphicFramePr>
          <p:cNvPr id="4" name="Table 4"/>
          <p:cNvGraphicFramePr>
            <a:graphicFrameLocks noGrp="1"/>
          </p:cNvGraphicFramePr>
          <p:nvPr/>
        </p:nvGraphicFramePr>
        <p:xfrm>
          <a:off x="1020417" y="1249753"/>
          <a:ext cx="8127999" cy="4668520"/>
        </p:xfrm>
        <a:graphic>
          <a:graphicData uri="http://schemas.openxmlformats.org/drawingml/2006/table">
            <a:tbl>
              <a:tblPr firstRow="1" bandRow="1">
                <a:tableStyleId>{5C22544A-7EE6-4342-B048-85BDC9FD1C3A}</a:tableStyleId>
              </a:tblPr>
              <a:tblGrid>
                <a:gridCol w="728870">
                  <a:extLst>
                    <a:ext uri="{9D8B030D-6E8A-4147-A177-3AD203B41FA5}">
                      <a16:colId xmlns:a16="http://schemas.microsoft.com/office/drawing/2014/main" val="20000"/>
                    </a:ext>
                  </a:extLst>
                </a:gridCol>
                <a:gridCol w="1510748">
                  <a:extLst>
                    <a:ext uri="{9D8B030D-6E8A-4147-A177-3AD203B41FA5}">
                      <a16:colId xmlns:a16="http://schemas.microsoft.com/office/drawing/2014/main" val="20001"/>
                    </a:ext>
                  </a:extLst>
                </a:gridCol>
                <a:gridCol w="2531165">
                  <a:extLst>
                    <a:ext uri="{9D8B030D-6E8A-4147-A177-3AD203B41FA5}">
                      <a16:colId xmlns:a16="http://schemas.microsoft.com/office/drawing/2014/main" val="20002"/>
                    </a:ext>
                  </a:extLst>
                </a:gridCol>
                <a:gridCol w="1789043">
                  <a:extLst>
                    <a:ext uri="{9D8B030D-6E8A-4147-A177-3AD203B41FA5}">
                      <a16:colId xmlns:a16="http://schemas.microsoft.com/office/drawing/2014/main" val="20003"/>
                    </a:ext>
                  </a:extLst>
                </a:gridCol>
                <a:gridCol w="1568173">
                  <a:extLst>
                    <a:ext uri="{9D8B030D-6E8A-4147-A177-3AD203B41FA5}">
                      <a16:colId xmlns:a16="http://schemas.microsoft.com/office/drawing/2014/main" val="20004"/>
                    </a:ext>
                  </a:extLst>
                </a:gridCol>
              </a:tblGrid>
              <a:tr h="370840">
                <a:tc>
                  <a:txBody>
                    <a:bodyPr/>
                    <a:lstStyle/>
                    <a:p>
                      <a:r>
                        <a:rPr lang="en-US" dirty="0"/>
                        <a:t>NO</a:t>
                      </a:r>
                    </a:p>
                  </a:txBody>
                  <a:tcPr/>
                </a:tc>
                <a:tc>
                  <a:txBody>
                    <a:bodyPr/>
                    <a:lstStyle/>
                    <a:p>
                      <a:r>
                        <a:rPr lang="en-US" dirty="0"/>
                        <a:t>Layer</a:t>
                      </a:r>
                    </a:p>
                  </a:txBody>
                  <a:tcPr/>
                </a:tc>
                <a:tc>
                  <a:txBody>
                    <a:bodyPr/>
                    <a:lstStyle/>
                    <a:p>
                      <a:r>
                        <a:rPr lang="en-US" dirty="0"/>
                        <a:t>Devices</a:t>
                      </a:r>
                    </a:p>
                  </a:txBody>
                  <a:tcPr/>
                </a:tc>
                <a:tc>
                  <a:txBody>
                    <a:bodyPr/>
                    <a:lstStyle/>
                    <a:p>
                      <a:r>
                        <a:rPr lang="en-US" dirty="0"/>
                        <a:t>Protocols</a:t>
                      </a:r>
                    </a:p>
                  </a:txBody>
                  <a:tcPr/>
                </a:tc>
                <a:tc>
                  <a:txBody>
                    <a:bodyPr/>
                    <a:lstStyle/>
                    <a:p>
                      <a:r>
                        <a:rPr lang="en-US" dirty="0"/>
                        <a:t>Data Types</a:t>
                      </a:r>
                    </a:p>
                  </a:txBody>
                  <a:tcPr/>
                </a:tc>
                <a:extLst>
                  <a:ext uri="{0D108BD9-81ED-4DB2-BD59-A6C34878D82A}">
                    <a16:rowId xmlns:a16="http://schemas.microsoft.com/office/drawing/2014/main" val="10000"/>
                  </a:ext>
                </a:extLst>
              </a:tr>
              <a:tr h="370840">
                <a:tc>
                  <a:txBody>
                    <a:bodyPr/>
                    <a:lstStyle/>
                    <a:p>
                      <a:r>
                        <a:rPr lang="en-US" dirty="0"/>
                        <a:t>1</a:t>
                      </a:r>
                    </a:p>
                  </a:txBody>
                  <a:tcPr/>
                </a:tc>
                <a:tc>
                  <a:txBody>
                    <a:bodyPr/>
                    <a:lstStyle/>
                    <a:p>
                      <a:r>
                        <a:rPr lang="en-US" sz="1600" dirty="0"/>
                        <a:t>Physical</a:t>
                      </a:r>
                    </a:p>
                  </a:txBody>
                  <a:tcPr/>
                </a:tc>
                <a:tc>
                  <a:txBody>
                    <a:bodyPr/>
                    <a:lstStyle/>
                    <a:p>
                      <a:r>
                        <a:rPr lang="en-US" sz="1600" dirty="0"/>
                        <a:t>Hub, modem, cables, network cards, connectors etc.</a:t>
                      </a:r>
                    </a:p>
                  </a:txBody>
                  <a:tcPr/>
                </a:tc>
                <a:tc>
                  <a:txBody>
                    <a:bodyPr/>
                    <a:lstStyle/>
                    <a:p>
                      <a:r>
                        <a:rPr lang="en-US" sz="1600" dirty="0"/>
                        <a:t>Bluetooth, DSL,</a:t>
                      </a:r>
                    </a:p>
                    <a:p>
                      <a:r>
                        <a:rPr lang="en-US" sz="1600" dirty="0"/>
                        <a:t>Ethernet etc.</a:t>
                      </a:r>
                    </a:p>
                  </a:txBody>
                  <a:tcPr/>
                </a:tc>
                <a:tc>
                  <a:txBody>
                    <a:bodyPr/>
                    <a:lstStyle/>
                    <a:p>
                      <a:r>
                        <a:rPr lang="en-US" sz="1600" dirty="0"/>
                        <a:t>Bits</a:t>
                      </a:r>
                    </a:p>
                  </a:txBody>
                  <a:tcPr/>
                </a:tc>
                <a:extLst>
                  <a:ext uri="{0D108BD9-81ED-4DB2-BD59-A6C34878D82A}">
                    <a16:rowId xmlns:a16="http://schemas.microsoft.com/office/drawing/2014/main" val="10001"/>
                  </a:ext>
                </a:extLst>
              </a:tr>
              <a:tr h="370840">
                <a:tc>
                  <a:txBody>
                    <a:bodyPr/>
                    <a:lstStyle/>
                    <a:p>
                      <a:r>
                        <a:rPr lang="en-US" dirty="0"/>
                        <a:t>2</a:t>
                      </a:r>
                    </a:p>
                  </a:txBody>
                  <a:tcPr/>
                </a:tc>
                <a:tc>
                  <a:txBody>
                    <a:bodyPr/>
                    <a:lstStyle/>
                    <a:p>
                      <a:r>
                        <a:rPr lang="en-US" sz="1600" dirty="0"/>
                        <a:t>Data Link</a:t>
                      </a:r>
                    </a:p>
                  </a:txBody>
                  <a:tcPr/>
                </a:tc>
                <a:tc>
                  <a:txBody>
                    <a:bodyPr/>
                    <a:lstStyle/>
                    <a:p>
                      <a:r>
                        <a:rPr lang="en-US" sz="1600" dirty="0"/>
                        <a:t>Bridge</a:t>
                      </a:r>
                    </a:p>
                    <a:p>
                      <a:r>
                        <a:rPr lang="en-US" sz="1600" dirty="0"/>
                        <a:t>Switch</a:t>
                      </a:r>
                    </a:p>
                  </a:txBody>
                  <a:tcPr/>
                </a:tc>
                <a:tc>
                  <a:txBody>
                    <a:bodyPr/>
                    <a:lstStyle/>
                    <a:p>
                      <a:r>
                        <a:rPr lang="en-US" sz="1600" dirty="0"/>
                        <a:t>ARP, ATM, FDDI,</a:t>
                      </a:r>
                    </a:p>
                    <a:p>
                      <a:r>
                        <a:rPr lang="en-US" sz="1600" dirty="0"/>
                        <a:t>Frame Relay,</a:t>
                      </a:r>
                    </a:p>
                  </a:txBody>
                  <a:tcPr/>
                </a:tc>
                <a:tc>
                  <a:txBody>
                    <a:bodyPr/>
                    <a:lstStyle/>
                    <a:p>
                      <a:r>
                        <a:rPr lang="en-US" sz="1600" dirty="0"/>
                        <a:t>Frames</a:t>
                      </a:r>
                    </a:p>
                  </a:txBody>
                  <a:tcPr/>
                </a:tc>
                <a:extLst>
                  <a:ext uri="{0D108BD9-81ED-4DB2-BD59-A6C34878D82A}">
                    <a16:rowId xmlns:a16="http://schemas.microsoft.com/office/drawing/2014/main" val="10002"/>
                  </a:ext>
                </a:extLst>
              </a:tr>
              <a:tr h="370840">
                <a:tc>
                  <a:txBody>
                    <a:bodyPr/>
                    <a:lstStyle/>
                    <a:p>
                      <a:r>
                        <a:rPr lang="en-US" dirty="0"/>
                        <a:t>3</a:t>
                      </a:r>
                    </a:p>
                  </a:txBody>
                  <a:tcPr/>
                </a:tc>
                <a:tc>
                  <a:txBody>
                    <a:bodyPr/>
                    <a:lstStyle/>
                    <a:p>
                      <a:r>
                        <a:rPr lang="en-US" sz="1600" dirty="0"/>
                        <a:t>Network</a:t>
                      </a:r>
                    </a:p>
                  </a:txBody>
                  <a:tcPr/>
                </a:tc>
                <a:tc>
                  <a:txBody>
                    <a:bodyPr/>
                    <a:lstStyle/>
                    <a:p>
                      <a:r>
                        <a:rPr lang="en-US" sz="1600" dirty="0"/>
                        <a:t>Router</a:t>
                      </a:r>
                    </a:p>
                    <a:p>
                      <a:r>
                        <a:rPr lang="en-US" sz="1600" dirty="0"/>
                        <a:t>Layer-three switch</a:t>
                      </a:r>
                    </a:p>
                  </a:txBody>
                  <a:tcPr/>
                </a:tc>
                <a:tc>
                  <a:txBody>
                    <a:bodyPr/>
                    <a:lstStyle/>
                    <a:p>
                      <a:r>
                        <a:rPr lang="en-US" sz="1600" dirty="0"/>
                        <a:t>ICMP, IGMP, IPv4,IPv6, IPsec</a:t>
                      </a:r>
                    </a:p>
                  </a:txBody>
                  <a:tcPr/>
                </a:tc>
                <a:tc>
                  <a:txBody>
                    <a:bodyPr/>
                    <a:lstStyle/>
                    <a:p>
                      <a:r>
                        <a:rPr lang="en-US" sz="1600" dirty="0"/>
                        <a:t> Packets</a:t>
                      </a:r>
                    </a:p>
                  </a:txBody>
                  <a:tcPr/>
                </a:tc>
                <a:extLst>
                  <a:ext uri="{0D108BD9-81ED-4DB2-BD59-A6C34878D82A}">
                    <a16:rowId xmlns:a16="http://schemas.microsoft.com/office/drawing/2014/main" val="10003"/>
                  </a:ext>
                </a:extLst>
              </a:tr>
              <a:tr h="370840">
                <a:tc>
                  <a:txBody>
                    <a:bodyPr/>
                    <a:lstStyle/>
                    <a:p>
                      <a:r>
                        <a:rPr lang="en-US" dirty="0"/>
                        <a:t>4</a:t>
                      </a:r>
                    </a:p>
                  </a:txBody>
                  <a:tcPr/>
                </a:tc>
                <a:tc>
                  <a:txBody>
                    <a:bodyPr/>
                    <a:lstStyle/>
                    <a:p>
                      <a:r>
                        <a:rPr lang="en-US" sz="1600" dirty="0"/>
                        <a:t>Transport</a:t>
                      </a:r>
                    </a:p>
                  </a:txBody>
                  <a:tcPr/>
                </a:tc>
                <a:tc rowSpan="4">
                  <a:txBody>
                    <a:bodyPr/>
                    <a:lstStyle/>
                    <a:p>
                      <a:r>
                        <a:rPr lang="en-US" sz="1600" dirty="0"/>
                        <a:t> </a:t>
                      </a:r>
                    </a:p>
                    <a:p>
                      <a:endParaRPr lang="en-US" sz="1600" dirty="0"/>
                    </a:p>
                    <a:p>
                      <a:endParaRPr lang="en-US" sz="1600" dirty="0"/>
                    </a:p>
                    <a:p>
                      <a:r>
                        <a:rPr lang="en-US" sz="1600" dirty="0"/>
                        <a:t>Software layers</a:t>
                      </a:r>
                    </a:p>
                    <a:p>
                      <a:r>
                        <a:rPr lang="en-US" sz="1600" dirty="0"/>
                        <a:t>We use applications.</a:t>
                      </a:r>
                    </a:p>
                  </a:txBody>
                  <a:tcPr/>
                </a:tc>
                <a:tc>
                  <a:txBody>
                    <a:bodyPr/>
                    <a:lstStyle/>
                    <a:p>
                      <a:r>
                        <a:rPr lang="en-US" sz="1600" dirty="0"/>
                        <a:t>TCP</a:t>
                      </a:r>
                    </a:p>
                    <a:p>
                      <a:r>
                        <a:rPr lang="en-US" sz="1600" dirty="0"/>
                        <a:t>UDP</a:t>
                      </a:r>
                    </a:p>
                  </a:txBody>
                  <a:tcPr/>
                </a:tc>
                <a:tc>
                  <a:txBody>
                    <a:bodyPr/>
                    <a:lstStyle/>
                    <a:p>
                      <a:r>
                        <a:rPr lang="en-US" sz="1600" dirty="0"/>
                        <a:t>Segments</a:t>
                      </a:r>
                    </a:p>
                  </a:txBody>
                  <a:tcPr/>
                </a:tc>
                <a:extLst>
                  <a:ext uri="{0D108BD9-81ED-4DB2-BD59-A6C34878D82A}">
                    <a16:rowId xmlns:a16="http://schemas.microsoft.com/office/drawing/2014/main" val="10004"/>
                  </a:ext>
                </a:extLst>
              </a:tr>
              <a:tr h="370840">
                <a:tc>
                  <a:txBody>
                    <a:bodyPr/>
                    <a:lstStyle/>
                    <a:p>
                      <a:r>
                        <a:rPr lang="en-US" dirty="0"/>
                        <a:t>5</a:t>
                      </a:r>
                    </a:p>
                  </a:txBody>
                  <a:tcPr/>
                </a:tc>
                <a:tc>
                  <a:txBody>
                    <a:bodyPr/>
                    <a:lstStyle/>
                    <a:p>
                      <a:r>
                        <a:rPr lang="en-US" sz="1600" dirty="0"/>
                        <a:t>Session</a:t>
                      </a:r>
                    </a:p>
                  </a:txBody>
                  <a:tcPr/>
                </a:tc>
                <a:tc vMerge="1">
                  <a:txBody>
                    <a:bodyPr/>
                    <a:lstStyle/>
                    <a:p>
                      <a:endParaRPr lang="en-RW"/>
                    </a:p>
                  </a:txBody>
                  <a:tcPr/>
                </a:tc>
                <a:tc>
                  <a:txBody>
                    <a:bodyPr/>
                    <a:lstStyle/>
                    <a:p>
                      <a:r>
                        <a:rPr lang="en-US" sz="1600" dirty="0"/>
                        <a:t>NetBIOS, PAP,</a:t>
                      </a:r>
                    </a:p>
                    <a:p>
                      <a:r>
                        <a:rPr lang="en-US" sz="1600" dirty="0"/>
                        <a:t>NFS</a:t>
                      </a:r>
                    </a:p>
                  </a:txBody>
                  <a:tcPr/>
                </a:tc>
                <a:tc>
                  <a:txBody>
                    <a:bodyPr/>
                    <a:lstStyle/>
                    <a:p>
                      <a:r>
                        <a:rPr lang="en-US" sz="1600" dirty="0"/>
                        <a:t>Data </a:t>
                      </a:r>
                    </a:p>
                  </a:txBody>
                  <a:tcPr/>
                </a:tc>
                <a:extLst>
                  <a:ext uri="{0D108BD9-81ED-4DB2-BD59-A6C34878D82A}">
                    <a16:rowId xmlns:a16="http://schemas.microsoft.com/office/drawing/2014/main" val="10005"/>
                  </a:ext>
                </a:extLst>
              </a:tr>
              <a:tr h="370840">
                <a:tc>
                  <a:txBody>
                    <a:bodyPr/>
                    <a:lstStyle/>
                    <a:p>
                      <a:r>
                        <a:rPr lang="en-US" dirty="0"/>
                        <a:t>6</a:t>
                      </a:r>
                    </a:p>
                  </a:txBody>
                  <a:tcPr/>
                </a:tc>
                <a:tc>
                  <a:txBody>
                    <a:bodyPr/>
                    <a:lstStyle/>
                    <a:p>
                      <a:r>
                        <a:rPr lang="en-US" sz="1600" dirty="0"/>
                        <a:t>Presentation</a:t>
                      </a:r>
                    </a:p>
                  </a:txBody>
                  <a:tcPr/>
                </a:tc>
                <a:tc vMerge="1">
                  <a:txBody>
                    <a:bodyPr/>
                    <a:lstStyle/>
                    <a:p>
                      <a:endParaRPr lang="en-RW"/>
                    </a:p>
                  </a:txBody>
                  <a:tcPr/>
                </a:tc>
                <a:tc>
                  <a:txBody>
                    <a:bodyPr/>
                    <a:lstStyle/>
                    <a:p>
                      <a:r>
                        <a:rPr lang="en-US" sz="1600" dirty="0"/>
                        <a:t>JPEG, MIDI, GIFF, TIFF</a:t>
                      </a:r>
                    </a:p>
                  </a:txBody>
                  <a:tcPr/>
                </a:tc>
                <a:tc>
                  <a:txBody>
                    <a:bodyPr/>
                    <a:lstStyle/>
                    <a:p>
                      <a:r>
                        <a:rPr lang="en-US" sz="1600" dirty="0"/>
                        <a:t>Data</a:t>
                      </a:r>
                    </a:p>
                  </a:txBody>
                  <a:tcPr/>
                </a:tc>
                <a:extLst>
                  <a:ext uri="{0D108BD9-81ED-4DB2-BD59-A6C34878D82A}">
                    <a16:rowId xmlns:a16="http://schemas.microsoft.com/office/drawing/2014/main" val="10006"/>
                  </a:ext>
                </a:extLst>
              </a:tr>
              <a:tr h="370840">
                <a:tc>
                  <a:txBody>
                    <a:bodyPr/>
                    <a:lstStyle/>
                    <a:p>
                      <a:r>
                        <a:rPr lang="en-US" dirty="0"/>
                        <a:t>7</a:t>
                      </a:r>
                    </a:p>
                  </a:txBody>
                  <a:tcPr/>
                </a:tc>
                <a:tc>
                  <a:txBody>
                    <a:bodyPr/>
                    <a:lstStyle/>
                    <a:p>
                      <a:r>
                        <a:rPr lang="en-US" sz="1600" dirty="0"/>
                        <a:t>Application</a:t>
                      </a:r>
                    </a:p>
                  </a:txBody>
                  <a:tcPr/>
                </a:tc>
                <a:tc vMerge="1">
                  <a:txBody>
                    <a:bodyPr/>
                    <a:lstStyle/>
                    <a:p>
                      <a:endParaRPr lang="en-RW"/>
                    </a:p>
                  </a:txBody>
                  <a:tcPr/>
                </a:tc>
                <a:tc>
                  <a:txBody>
                    <a:bodyPr/>
                    <a:lstStyle/>
                    <a:p>
                      <a:r>
                        <a:rPr lang="en-US" sz="1600" dirty="0"/>
                        <a:t>HTTP, SNMP, Telnet, DNS</a:t>
                      </a:r>
                    </a:p>
                  </a:txBody>
                  <a:tcPr/>
                </a:tc>
                <a:tc>
                  <a:txBody>
                    <a:bodyPr/>
                    <a:lstStyle/>
                    <a:p>
                      <a:r>
                        <a:rPr lang="en-US" sz="1600" dirty="0"/>
                        <a:t>Data</a:t>
                      </a:r>
                    </a:p>
                  </a:txBody>
                  <a:tcPr/>
                </a:tc>
                <a:extLst>
                  <a:ext uri="{0D108BD9-81ED-4DB2-BD59-A6C34878D82A}">
                    <a16:rowId xmlns:a16="http://schemas.microsoft.com/office/drawing/2014/main" val="10007"/>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185738"/>
            <a:ext cx="8823325" cy="6440487"/>
          </a:xfrm>
        </p:spPr>
        <p:txBody>
          <a:bodyPr/>
          <a:lstStyle/>
          <a:p>
            <a:pPr>
              <a:buFont typeface="Wingdings" panose="05000000000000000000" pitchFamily="2" charset="2"/>
              <a:buChar char="q"/>
            </a:pPr>
            <a:endParaRPr lang="en-US" sz="2000" dirty="0">
              <a:solidFill>
                <a:srgbClr val="FF0000"/>
              </a:solidFill>
            </a:endParaRPr>
          </a:p>
          <a:p>
            <a:pPr>
              <a:buFont typeface="Wingdings" panose="05000000000000000000" pitchFamily="2" charset="2"/>
              <a:buChar char="q"/>
            </a:pPr>
            <a:endParaRPr lang="en-US" sz="2000" dirty="0">
              <a:solidFill>
                <a:srgbClr val="FF0000"/>
              </a:solidFill>
            </a:endParaRPr>
          </a:p>
          <a:p>
            <a:pPr marL="0" indent="0">
              <a:buNone/>
            </a:pPr>
            <a:r>
              <a:rPr lang="en-US" sz="2000" b="1" dirty="0"/>
              <a:t>                                      TCP/IP Model--5</a:t>
            </a:r>
          </a:p>
          <a:p>
            <a:pPr marL="0" indent="0">
              <a:buNone/>
            </a:pPr>
            <a:endParaRPr lang="en-US" sz="2000" dirty="0">
              <a:solidFill>
                <a:schemeClr val="tx1"/>
              </a:solidFill>
            </a:endParaRPr>
          </a:p>
          <a:p>
            <a:pPr marL="0" indent="0">
              <a:buNone/>
            </a:pPr>
            <a:endParaRPr lang="en-US" sz="2000" dirty="0"/>
          </a:p>
          <a:p>
            <a:pPr marL="0" indent="0">
              <a:buNone/>
            </a:pPr>
            <a:r>
              <a:rPr lang="en-US" sz="2000" dirty="0">
                <a:solidFill>
                  <a:schemeClr val="tx1"/>
                </a:solidFill>
              </a:rPr>
              <a:t>This is a method that shows how data moves over the internet, just like OSI.</a:t>
            </a:r>
          </a:p>
          <a:p>
            <a:pPr marL="0" indent="0">
              <a:buNone/>
            </a:pPr>
            <a:r>
              <a:rPr lang="en-US" sz="2000" dirty="0">
                <a:solidFill>
                  <a:schemeClr val="tx1"/>
                </a:solidFill>
              </a:rPr>
              <a:t>Developed in 1978.</a:t>
            </a:r>
          </a:p>
          <a:p>
            <a:pPr marL="0" indent="0">
              <a:buNone/>
            </a:pPr>
            <a:r>
              <a:rPr lang="en-US" sz="2000" dirty="0">
                <a:solidFill>
                  <a:schemeClr val="tx1"/>
                </a:solidFill>
              </a:rPr>
              <a:t>Has only four layers.</a:t>
            </a:r>
          </a:p>
          <a:p>
            <a:pPr>
              <a:buFont typeface="Wingdings" panose="05000000000000000000" pitchFamily="2" charset="2"/>
              <a:buChar char="q"/>
            </a:pPr>
            <a:endParaRPr lang="en-US" dirty="0"/>
          </a:p>
        </p:txBody>
      </p:sp>
      <p:pic>
        <p:nvPicPr>
          <p:cNvPr id="6" name="Picture 5"/>
          <p:cNvPicPr>
            <a:picLocks noChangeAspect="1"/>
          </p:cNvPicPr>
          <p:nvPr/>
        </p:nvPicPr>
        <p:blipFill>
          <a:blip r:embed="rId2"/>
          <a:stretch>
            <a:fillRect/>
          </a:stretch>
        </p:blipFill>
        <p:spPr>
          <a:xfrm>
            <a:off x="2652726" y="3098251"/>
            <a:ext cx="1676400" cy="3248025"/>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0" y="277813"/>
            <a:ext cx="8836025" cy="6467475"/>
          </a:xfrm>
        </p:spPr>
        <p:txBody>
          <a:bodyPr/>
          <a:lstStyle/>
          <a:p>
            <a:pPr marL="0" indent="0">
              <a:buNone/>
            </a:pPr>
            <a:endParaRPr lang="en-US" dirty="0">
              <a:solidFill>
                <a:srgbClr val="FF0000"/>
              </a:solidFill>
            </a:endParaRPr>
          </a:p>
          <a:p>
            <a:pPr marL="0" indent="0">
              <a:buNone/>
            </a:pPr>
            <a:r>
              <a:rPr lang="en-US" dirty="0">
                <a:solidFill>
                  <a:srgbClr val="FF0000"/>
                </a:solidFill>
              </a:rPr>
              <a:t>         </a:t>
            </a:r>
            <a:r>
              <a:rPr lang="en-US" b="1" dirty="0"/>
              <a:t>Comparison with OSI Model</a:t>
            </a:r>
          </a:p>
          <a:p>
            <a:pPr marL="0" indent="0">
              <a:buNone/>
            </a:pPr>
            <a:endParaRPr lang="en-US" b="1" dirty="0"/>
          </a:p>
          <a:p>
            <a:pPr marL="0" indent="0">
              <a:buNone/>
            </a:pPr>
            <a:r>
              <a:rPr lang="en-US" sz="1800" dirty="0">
                <a:solidFill>
                  <a:schemeClr val="tx1"/>
                </a:solidFill>
              </a:rPr>
              <a:t>OSI has 7 layers while TCP/IP has 4 layers.</a:t>
            </a:r>
          </a:p>
          <a:p>
            <a:pPr marL="0" indent="0">
              <a:buNone/>
            </a:pPr>
            <a:r>
              <a:rPr lang="en-US" sz="1800" dirty="0">
                <a:solidFill>
                  <a:schemeClr val="tx1"/>
                </a:solidFill>
              </a:rPr>
              <a:t>The TCP/IP layers function as all the OSI 7 layers.</a:t>
            </a:r>
          </a:p>
          <a:p>
            <a:pPr marL="0" indent="0">
              <a:buNone/>
            </a:pPr>
            <a:r>
              <a:rPr lang="en-US" sz="1800" dirty="0">
                <a:solidFill>
                  <a:schemeClr val="tx1"/>
                </a:solidFill>
              </a:rPr>
              <a:t>Below diagram shows corresponding layers implementing the functionalities discussed under OSI layers.</a:t>
            </a:r>
          </a:p>
          <a:p>
            <a:pPr>
              <a:buFont typeface="Wingdings" panose="05000000000000000000" pitchFamily="2" charset="2"/>
              <a:buChar char="ü"/>
            </a:pPr>
            <a:endParaRPr lang="en-US" dirty="0">
              <a:solidFill>
                <a:srgbClr val="FF0000"/>
              </a:solidFill>
            </a:endParaRPr>
          </a:p>
          <a:p>
            <a:pPr marL="0" indent="0">
              <a:buNone/>
            </a:pPr>
            <a:endParaRPr lang="en-US" dirty="0"/>
          </a:p>
          <a:p>
            <a:endParaRPr lang="en-US" dirty="0"/>
          </a:p>
        </p:txBody>
      </p:sp>
      <p:pic>
        <p:nvPicPr>
          <p:cNvPr id="5" name="Picture 4"/>
          <p:cNvPicPr>
            <a:picLocks noChangeAspect="1"/>
          </p:cNvPicPr>
          <p:nvPr/>
        </p:nvPicPr>
        <p:blipFill>
          <a:blip r:embed="rId2"/>
          <a:stretch>
            <a:fillRect/>
          </a:stretch>
        </p:blipFill>
        <p:spPr>
          <a:xfrm>
            <a:off x="543161" y="3122982"/>
            <a:ext cx="3680496" cy="3652287"/>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idx="4294967295"/>
          </p:nvPr>
        </p:nvSpPr>
        <p:spPr>
          <a:xfrm>
            <a:off x="0" y="134938"/>
            <a:ext cx="11710988" cy="1006475"/>
          </a:xfrm>
        </p:spPr>
        <p:txBody>
          <a:bodyPr>
            <a:normAutofit/>
          </a:bodyPr>
          <a:lstStyle/>
          <a:p>
            <a:br>
              <a:rPr lang="en-US" altLang="en-US" sz="2200" b="1" dirty="0"/>
            </a:br>
            <a:r>
              <a:rPr lang="en-US" altLang="en-US" sz="2200" b="1" dirty="0"/>
              <a:t>                                           The TCP/IP Reference Model</a:t>
            </a:r>
            <a:endParaRPr lang="en-CA" altLang="en-US" sz="2200" b="1" dirty="0"/>
          </a:p>
        </p:txBody>
      </p:sp>
      <p:graphicFrame>
        <p:nvGraphicFramePr>
          <p:cNvPr id="5" name="Table 4"/>
          <p:cNvGraphicFramePr>
            <a:graphicFrameLocks noGrp="1"/>
          </p:cNvGraphicFramePr>
          <p:nvPr/>
        </p:nvGraphicFramePr>
        <p:xfrm>
          <a:off x="483809" y="1273635"/>
          <a:ext cx="10953448" cy="3695449"/>
        </p:xfrm>
        <a:graphic>
          <a:graphicData uri="http://schemas.openxmlformats.org/drawingml/2006/table">
            <a:tbl>
              <a:tblPr firstRow="1" firstCol="1" bandRow="1">
                <a:tableStyleId>{5C22544A-7EE6-4342-B048-85BDC9FD1C3A}</a:tableStyleId>
              </a:tblPr>
              <a:tblGrid>
                <a:gridCol w="2247131">
                  <a:extLst>
                    <a:ext uri="{9D8B030D-6E8A-4147-A177-3AD203B41FA5}">
                      <a16:colId xmlns:a16="http://schemas.microsoft.com/office/drawing/2014/main" val="20000"/>
                    </a:ext>
                  </a:extLst>
                </a:gridCol>
                <a:gridCol w="8706317">
                  <a:extLst>
                    <a:ext uri="{9D8B030D-6E8A-4147-A177-3AD203B41FA5}">
                      <a16:colId xmlns:a16="http://schemas.microsoft.com/office/drawing/2014/main" val="20001"/>
                    </a:ext>
                  </a:extLst>
                </a:gridCol>
              </a:tblGrid>
              <a:tr h="853440">
                <a:tc>
                  <a:txBody>
                    <a:bodyPr/>
                    <a:lstStyle/>
                    <a:p>
                      <a:r>
                        <a:rPr lang="en-US" sz="2200" b="1" dirty="0">
                          <a:effectLst/>
                        </a:rPr>
                        <a:t>TCP/IP Model Layer</a:t>
                      </a:r>
                      <a:endParaRPr lang="en-US" sz="2200" dirty="0">
                        <a:effectLst/>
                      </a:endParaRPr>
                    </a:p>
                  </a:txBody>
                  <a:tcPr marL="121920" marR="121920" marT="60960" marB="60960" anchor="ctr"/>
                </a:tc>
                <a:tc>
                  <a:txBody>
                    <a:bodyPr/>
                    <a:lstStyle/>
                    <a:p>
                      <a:r>
                        <a:rPr lang="en-US" sz="2200" b="1">
                          <a:effectLst/>
                        </a:rPr>
                        <a:t>Description</a:t>
                      </a:r>
                      <a:endParaRPr lang="en-US" sz="2200">
                        <a:effectLst/>
                      </a:endParaRPr>
                    </a:p>
                  </a:txBody>
                  <a:tcPr marL="121920" marR="121920" marT="60960" marB="60960" anchor="ctr"/>
                </a:tc>
                <a:extLst>
                  <a:ext uri="{0D108BD9-81ED-4DB2-BD59-A6C34878D82A}">
                    <a16:rowId xmlns:a16="http://schemas.microsoft.com/office/drawing/2014/main" val="10000"/>
                  </a:ext>
                </a:extLst>
              </a:tr>
              <a:tr h="487680">
                <a:tc>
                  <a:txBody>
                    <a:bodyPr/>
                    <a:lstStyle/>
                    <a:p>
                      <a:r>
                        <a:rPr lang="en-US" sz="2200" b="1" dirty="0"/>
                        <a:t>Application</a:t>
                      </a:r>
                      <a:endParaRPr lang="en-US" sz="2200" dirty="0"/>
                    </a:p>
                  </a:txBody>
                  <a:tcPr marL="121920" marR="121920" marT="60960" marB="60960" anchor="ctr"/>
                </a:tc>
                <a:tc>
                  <a:txBody>
                    <a:bodyPr/>
                    <a:lstStyle/>
                    <a:p>
                      <a:r>
                        <a:rPr lang="en-US" sz="2200"/>
                        <a:t>Represents data to the user, plus encoding and dialog control.</a:t>
                      </a:r>
                    </a:p>
                  </a:txBody>
                  <a:tcPr marL="121920" marR="121920" marT="60960" marB="60960" anchor="ctr"/>
                </a:tc>
                <a:extLst>
                  <a:ext uri="{0D108BD9-81ED-4DB2-BD59-A6C34878D82A}">
                    <a16:rowId xmlns:a16="http://schemas.microsoft.com/office/drawing/2014/main" val="10001"/>
                  </a:ext>
                </a:extLst>
              </a:tr>
              <a:tr h="853440">
                <a:tc>
                  <a:txBody>
                    <a:bodyPr/>
                    <a:lstStyle/>
                    <a:p>
                      <a:r>
                        <a:rPr lang="en-US" sz="2200" b="1" dirty="0"/>
                        <a:t>Transport</a:t>
                      </a:r>
                      <a:endParaRPr lang="en-US" sz="2200" dirty="0"/>
                    </a:p>
                  </a:txBody>
                  <a:tcPr marL="121920" marR="121920" marT="60960" marB="60960" anchor="ctr"/>
                </a:tc>
                <a:tc>
                  <a:txBody>
                    <a:bodyPr/>
                    <a:lstStyle/>
                    <a:p>
                      <a:r>
                        <a:rPr lang="en-US" sz="2200" dirty="0"/>
                        <a:t>Supports communication between various devices across diverse networks.</a:t>
                      </a:r>
                    </a:p>
                  </a:txBody>
                  <a:tcPr marL="121920" marR="121920" marT="60960" marB="60960" anchor="ctr"/>
                </a:tc>
                <a:extLst>
                  <a:ext uri="{0D108BD9-81ED-4DB2-BD59-A6C34878D82A}">
                    <a16:rowId xmlns:a16="http://schemas.microsoft.com/office/drawing/2014/main" val="10002"/>
                  </a:ext>
                </a:extLst>
              </a:tr>
              <a:tr h="647449">
                <a:tc>
                  <a:txBody>
                    <a:bodyPr/>
                    <a:lstStyle/>
                    <a:p>
                      <a:r>
                        <a:rPr lang="en-US" sz="2200" b="1" dirty="0"/>
                        <a:t>Internet</a:t>
                      </a:r>
                      <a:endParaRPr lang="en-US" sz="2200" dirty="0"/>
                    </a:p>
                  </a:txBody>
                  <a:tcPr marL="121920" marR="121920" marT="60960" marB="60960" anchor="ctr"/>
                </a:tc>
                <a:tc>
                  <a:txBody>
                    <a:bodyPr/>
                    <a:lstStyle/>
                    <a:p>
                      <a:r>
                        <a:rPr lang="en-US" sz="2200" dirty="0"/>
                        <a:t>Determines the best path through the network.</a:t>
                      </a:r>
                    </a:p>
                  </a:txBody>
                  <a:tcPr marL="121920" marR="121920" marT="60960" marB="60960" anchor="ctr"/>
                </a:tc>
                <a:extLst>
                  <a:ext uri="{0D108BD9-81ED-4DB2-BD59-A6C34878D82A}">
                    <a16:rowId xmlns:a16="http://schemas.microsoft.com/office/drawing/2014/main" val="10003"/>
                  </a:ext>
                </a:extLst>
              </a:tr>
              <a:tr h="853440">
                <a:tc>
                  <a:txBody>
                    <a:bodyPr/>
                    <a:lstStyle/>
                    <a:p>
                      <a:r>
                        <a:rPr lang="en-US" sz="2200" b="1" dirty="0"/>
                        <a:t> Network Access</a:t>
                      </a:r>
                      <a:endParaRPr lang="en-US" sz="2200" dirty="0"/>
                    </a:p>
                  </a:txBody>
                  <a:tcPr marL="121920" marR="121920" marT="60960" marB="60960" anchor="ctr"/>
                </a:tc>
                <a:tc>
                  <a:txBody>
                    <a:bodyPr/>
                    <a:lstStyle/>
                    <a:p>
                      <a:r>
                        <a:rPr lang="en-US" sz="2200" dirty="0"/>
                        <a:t>Controls the hardware devices and media that make up the network.</a:t>
                      </a:r>
                    </a:p>
                  </a:txBody>
                  <a:tcPr marL="121920" marR="121920" marT="60960" marB="60960" anchor="ctr"/>
                </a:tc>
                <a:extLst>
                  <a:ext uri="{0D108BD9-81ED-4DB2-BD59-A6C34878D82A}">
                    <a16:rowId xmlns:a16="http://schemas.microsoft.com/office/drawing/2014/main" val="10004"/>
                  </a:ext>
                </a:extLst>
              </a:tr>
            </a:tbl>
          </a:graphicData>
        </a:graphic>
      </p:graphicFrame>
    </p:spTree>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idx="4294967295"/>
          </p:nvPr>
        </p:nvSpPr>
        <p:spPr>
          <a:xfrm>
            <a:off x="0" y="365125"/>
            <a:ext cx="10160000" cy="488950"/>
          </a:xfrm>
        </p:spPr>
        <p:txBody>
          <a:bodyPr>
            <a:normAutofit fontScale="90000"/>
          </a:bodyPr>
          <a:lstStyle/>
          <a:p>
            <a:r>
              <a:rPr lang="en-US" altLang="en-US" b="1" dirty="0"/>
              <a:t>TCP/IP Protocol Suite</a:t>
            </a:r>
            <a:endParaRPr lang="en-CA" altLang="en-US" b="1" dirty="0"/>
          </a:p>
        </p:txBody>
      </p:sp>
      <p:sp>
        <p:nvSpPr>
          <p:cNvPr id="13315" name="Content Placeholder 2"/>
          <p:cNvSpPr>
            <a:spLocks noGrp="1"/>
          </p:cNvSpPr>
          <p:nvPr>
            <p:ph idx="4294967295"/>
          </p:nvPr>
        </p:nvSpPr>
        <p:spPr>
          <a:xfrm>
            <a:off x="7654925" y="2011363"/>
            <a:ext cx="4537075" cy="4338637"/>
          </a:xfrm>
        </p:spPr>
        <p:txBody>
          <a:bodyPr>
            <a:normAutofit/>
          </a:bodyPr>
          <a:lstStyle/>
          <a:p>
            <a:pPr>
              <a:buFont typeface="Arial" panose="020B0604020202020204" pitchFamily="34" charset="0"/>
              <a:buChar char="•"/>
            </a:pPr>
            <a:r>
              <a:rPr lang="en-US" sz="1800" dirty="0"/>
              <a:t>TCP/IP is the protocol suite used by the internet and includes many protocols.</a:t>
            </a:r>
          </a:p>
          <a:p>
            <a:pPr>
              <a:buFont typeface="Arial" panose="020B0604020202020204" pitchFamily="34" charset="0"/>
              <a:buChar char="•"/>
            </a:pPr>
            <a:r>
              <a:rPr lang="en-US" sz="1800" dirty="0"/>
              <a:t>TCP/IP is:</a:t>
            </a:r>
          </a:p>
          <a:p>
            <a:pPr>
              <a:buFont typeface="Arial" panose="020B0604020202020204" pitchFamily="34" charset="0"/>
              <a:buChar char="•"/>
            </a:pPr>
            <a:r>
              <a:rPr lang="en-US" sz="1800" dirty="0"/>
              <a:t>An open standard protocol suite that is freely available to the public and can be used by any vendor</a:t>
            </a:r>
          </a:p>
          <a:p>
            <a:pPr>
              <a:buFont typeface="Arial" panose="020B0604020202020204" pitchFamily="34" charset="0"/>
              <a:buChar char="•"/>
            </a:pPr>
            <a:r>
              <a:rPr lang="en-US" sz="1800" dirty="0"/>
              <a:t>A standards-based protocol suite that is endorsed by the networking industry and approved by a standards organization to ensure interoperability </a:t>
            </a:r>
          </a:p>
          <a:p>
            <a:pPr lvl="1"/>
            <a:endParaRPr lang="en-CA" altLang="en-US" sz="1800" dirty="0"/>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759" y="1187042"/>
            <a:ext cx="6548845" cy="45488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slow">
    <p:wip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defTabSz="609600"/>
            <a:r>
              <a:rPr lang="en-IN"/>
              <a:t>LABOR FOR THE FUTURE</a:t>
            </a:r>
            <a:endParaRPr lang="en-IN" dirty="0"/>
          </a:p>
        </p:txBody>
      </p:sp>
      <p:sp>
        <p:nvSpPr>
          <p:cNvPr id="3" name="Rectangle 2"/>
          <p:cNvSpPr/>
          <p:nvPr/>
        </p:nvSpPr>
        <p:spPr>
          <a:xfrm>
            <a:off x="265043" y="1444632"/>
            <a:ext cx="11251096" cy="5323205"/>
          </a:xfrm>
          <a:prstGeom prst="rect">
            <a:avLst/>
          </a:prstGeom>
        </p:spPr>
        <p:txBody>
          <a:bodyPr wrap="square">
            <a:spAutoFit/>
          </a:bodyPr>
          <a:lstStyle/>
          <a:p>
            <a:r>
              <a:rPr lang="en-US" sz="2000" dirty="0"/>
              <a:t>TCP/IP  is basically a condensed version of the OSI model that comprises four instead of seven layers: </a:t>
            </a:r>
          </a:p>
          <a:p>
            <a:pPr marL="285750" indent="-285750">
              <a:buFont typeface="Arial" panose="020B0604020202020204" pitchFamily="34" charset="0"/>
              <a:buChar char="•"/>
            </a:pPr>
            <a:r>
              <a:rPr lang="en-US" sz="2000" dirty="0"/>
              <a:t>Process/Application layer</a:t>
            </a:r>
          </a:p>
          <a:p>
            <a:pPr marL="285750" indent="-285750">
              <a:buFont typeface="Arial" panose="020B0604020202020204" pitchFamily="34" charset="0"/>
              <a:buChar char="•"/>
            </a:pPr>
            <a:r>
              <a:rPr lang="en-US" sz="2000" dirty="0"/>
              <a:t>Host-to-Host layer or Transport layer </a:t>
            </a:r>
          </a:p>
          <a:p>
            <a:pPr marL="285750" indent="-285750">
              <a:buFont typeface="Arial" panose="020B0604020202020204" pitchFamily="34" charset="0"/>
              <a:buChar char="•"/>
            </a:pPr>
            <a:r>
              <a:rPr lang="en-US" sz="2000" dirty="0"/>
              <a:t>Internet layer </a:t>
            </a:r>
          </a:p>
          <a:p>
            <a:pPr marL="285750" indent="-285750">
              <a:buFont typeface="Arial" panose="020B0604020202020204" pitchFamily="34" charset="0"/>
              <a:buChar char="•"/>
            </a:pPr>
            <a:r>
              <a:rPr lang="en-US" sz="2000" dirty="0"/>
              <a:t>Network Access layer or Link layer</a:t>
            </a:r>
          </a:p>
          <a:p>
            <a:pPr marL="285750" indent="-285750">
              <a:buFont typeface="Arial" panose="020B0604020202020204" pitchFamily="34" charset="0"/>
              <a:buChar char="•"/>
            </a:pPr>
            <a:endParaRPr lang="en-US" sz="2000" dirty="0"/>
          </a:p>
          <a:p>
            <a:r>
              <a:rPr lang="en-US" sz="2000" dirty="0"/>
              <a:t>      Layers                     Protocols </a:t>
            </a:r>
          </a:p>
          <a:p>
            <a:endParaRPr lang="en-US" sz="2000" dirty="0"/>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a:p>
            <a:endParaRPr lang="en-US" sz="2000" dirty="0"/>
          </a:p>
          <a:p>
            <a:endParaRPr lang="en-US" sz="2000" dirty="0"/>
          </a:p>
        </p:txBody>
      </p:sp>
      <p:pic>
        <p:nvPicPr>
          <p:cNvPr id="4" name="Picture 3"/>
          <p:cNvPicPr>
            <a:picLocks noChangeAspect="1"/>
          </p:cNvPicPr>
          <p:nvPr/>
        </p:nvPicPr>
        <p:blipFill>
          <a:blip r:embed="rId2"/>
          <a:stretch>
            <a:fillRect/>
          </a:stretch>
        </p:blipFill>
        <p:spPr>
          <a:xfrm>
            <a:off x="619124" y="3653036"/>
            <a:ext cx="5944430" cy="2838846"/>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idx="4294967295"/>
          </p:nvPr>
        </p:nvSpPr>
        <p:spPr>
          <a:xfrm>
            <a:off x="0" y="942975"/>
            <a:ext cx="12192000" cy="590550"/>
          </a:xfrm>
        </p:spPr>
        <p:txBody>
          <a:bodyPr>
            <a:normAutofit fontScale="90000"/>
          </a:bodyPr>
          <a:lstStyle/>
          <a:p>
            <a:r>
              <a:rPr lang="en-US" altLang="en-US" b="1" dirty="0">
                <a:solidFill>
                  <a:srgbClr val="000000"/>
                </a:solidFill>
              </a:rPr>
              <a:t>Communications Protocols</a:t>
            </a:r>
          </a:p>
        </p:txBody>
      </p:sp>
      <p:sp>
        <p:nvSpPr>
          <p:cNvPr id="8195" name="Rectangle 6"/>
          <p:cNvSpPr>
            <a:spLocks noGrp="1" noChangeArrowheads="1"/>
          </p:cNvSpPr>
          <p:nvPr>
            <p:ph idx="4294967295"/>
          </p:nvPr>
        </p:nvSpPr>
        <p:spPr>
          <a:xfrm>
            <a:off x="0" y="1558925"/>
            <a:ext cx="11664950" cy="1322388"/>
          </a:xfrm>
        </p:spPr>
        <p:txBody>
          <a:bodyPr/>
          <a:lstStyle/>
          <a:p>
            <a:pPr>
              <a:buFont typeface="Arial" panose="020B0604020202020204" pitchFamily="34" charset="0"/>
              <a:buChar char="•"/>
            </a:pPr>
            <a:r>
              <a:rPr lang="en-US" sz="2135" dirty="0"/>
              <a:t>All communications are governed by protocols.</a:t>
            </a:r>
          </a:p>
          <a:p>
            <a:pPr>
              <a:buFont typeface="Arial" panose="020B0604020202020204" pitchFamily="34" charset="0"/>
              <a:buChar char="•"/>
            </a:pPr>
            <a:r>
              <a:rPr lang="en-US" sz="2135" dirty="0"/>
              <a:t>Protocols are the rules that communications will follow.</a:t>
            </a:r>
          </a:p>
          <a:p>
            <a:pPr>
              <a:buFont typeface="Arial" panose="020B0604020202020204" pitchFamily="34" charset="0"/>
              <a:buChar char="•"/>
            </a:pPr>
            <a:r>
              <a:rPr lang="en-US" sz="2135" dirty="0"/>
              <a:t>These rules will vary depending on the protocol.</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3812" y="3253880"/>
            <a:ext cx="5214917" cy="32125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33950" y="3010039"/>
            <a:ext cx="5505205" cy="30938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slow">
    <p:wip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832304" y="1209384"/>
            <a:ext cx="9315936" cy="4712668"/>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00A3FF9-5C55-C4F0-2804-C98C82D3D53B}"/>
              </a:ext>
            </a:extLst>
          </p:cNvPr>
          <p:cNvSpPr>
            <a:spLocks noGrp="1"/>
          </p:cNvSpPr>
          <p:nvPr>
            <p:ph type="ftr" sz="quarter" idx="11"/>
          </p:nvPr>
        </p:nvSpPr>
        <p:spPr/>
        <p:txBody>
          <a:bodyPr/>
          <a:lstStyle/>
          <a:p>
            <a:pPr defTabSz="609600"/>
            <a:r>
              <a:rPr lang="en-IN"/>
              <a:t>LABOR FOR THE FUTURE</a:t>
            </a:r>
            <a:endParaRPr lang="en-IN" dirty="0"/>
          </a:p>
        </p:txBody>
      </p:sp>
      <p:sp>
        <p:nvSpPr>
          <p:cNvPr id="4" name="TextBox 3">
            <a:extLst>
              <a:ext uri="{FF2B5EF4-FFF2-40B4-BE49-F238E27FC236}">
                <a16:creationId xmlns:a16="http://schemas.microsoft.com/office/drawing/2014/main" id="{9A27A186-EB3D-5B11-920F-F0F01EA8086B}"/>
              </a:ext>
            </a:extLst>
          </p:cNvPr>
          <p:cNvSpPr txBox="1"/>
          <p:nvPr/>
        </p:nvSpPr>
        <p:spPr>
          <a:xfrm>
            <a:off x="162560" y="0"/>
            <a:ext cx="11958320" cy="6920677"/>
          </a:xfrm>
          <a:prstGeom prst="rect">
            <a:avLst/>
          </a:prstGeom>
          <a:noFill/>
        </p:spPr>
        <p:txBody>
          <a:bodyPr wrap="square">
            <a:spAutoFit/>
          </a:bodyPr>
          <a:lstStyle/>
          <a:p>
            <a:pPr algn="l">
              <a:lnSpc>
                <a:spcPct val="150000"/>
              </a:lnSpc>
            </a:pPr>
            <a:r>
              <a:rPr lang="en-US" sz="2800" b="1" i="0" u="none" strike="noStrike" baseline="0" dirty="0">
                <a:latin typeface="Tahoma-Bold"/>
              </a:rPr>
              <a:t>OSI Questions</a:t>
            </a:r>
          </a:p>
          <a:p>
            <a:pPr algn="l">
              <a:lnSpc>
                <a:spcPct val="150000"/>
              </a:lnSpc>
            </a:pPr>
            <a:r>
              <a:rPr lang="en-US" sz="1800" b="0" i="0" u="none" strike="noStrike" baseline="0" dirty="0">
                <a:latin typeface="Georgia" panose="02040502050405020303" pitchFamily="18" charset="0"/>
              </a:rPr>
              <a:t>Answer the following questions about the OSI model:</a:t>
            </a:r>
          </a:p>
          <a:p>
            <a:pPr algn="l">
              <a:lnSpc>
                <a:spcPct val="150000"/>
              </a:lnSpc>
            </a:pPr>
            <a:r>
              <a:rPr lang="en-US" sz="1800" b="0" i="0" u="none" strike="noStrike" baseline="0" dirty="0">
                <a:latin typeface="Georgia" panose="02040502050405020303" pitchFamily="18" charset="0"/>
              </a:rPr>
              <a:t>1. Which layer chooses and determines the availability of communicating partners along with</a:t>
            </a:r>
          </a:p>
          <a:p>
            <a:pPr algn="l">
              <a:lnSpc>
                <a:spcPct val="150000"/>
              </a:lnSpc>
            </a:pPr>
            <a:r>
              <a:rPr lang="en-US" sz="1800" b="0" i="0" u="none" strike="noStrike" baseline="0" dirty="0">
                <a:latin typeface="Georgia" panose="02040502050405020303" pitchFamily="18" charset="0"/>
              </a:rPr>
              <a:t>the resources necessary to make the connection, coordinates partnering applications, and</a:t>
            </a:r>
          </a:p>
          <a:p>
            <a:pPr algn="l">
              <a:lnSpc>
                <a:spcPct val="150000"/>
              </a:lnSpc>
            </a:pPr>
            <a:r>
              <a:rPr lang="en-US" sz="1800" b="0" i="0" u="none" strike="noStrike" baseline="0" dirty="0">
                <a:latin typeface="Georgia" panose="02040502050405020303" pitchFamily="18" charset="0"/>
              </a:rPr>
              <a:t>forms a consensus on procedures for controlling data integrity and error recovery?</a:t>
            </a:r>
          </a:p>
          <a:p>
            <a:pPr algn="l">
              <a:lnSpc>
                <a:spcPct val="150000"/>
              </a:lnSpc>
            </a:pPr>
            <a:r>
              <a:rPr lang="en-US" sz="1800" b="0" i="0" u="none" strike="noStrike" baseline="0" dirty="0">
                <a:latin typeface="Georgia" panose="02040502050405020303" pitchFamily="18" charset="0"/>
              </a:rPr>
              <a:t>2. Which layer is responsible for converting data packets from the Data Link layer into electrical</a:t>
            </a:r>
          </a:p>
          <a:p>
            <a:pPr algn="l">
              <a:lnSpc>
                <a:spcPct val="150000"/>
              </a:lnSpc>
            </a:pPr>
            <a:r>
              <a:rPr lang="en-US" sz="1800" b="0" i="0" u="none" strike="noStrike" baseline="0" dirty="0">
                <a:latin typeface="Georgia" panose="02040502050405020303" pitchFamily="18" charset="0"/>
              </a:rPr>
              <a:t>signals?</a:t>
            </a:r>
          </a:p>
          <a:p>
            <a:pPr algn="l">
              <a:lnSpc>
                <a:spcPct val="150000"/>
              </a:lnSpc>
            </a:pPr>
            <a:r>
              <a:rPr lang="en-US" sz="1800" b="0" i="0" u="none" strike="noStrike" baseline="0" dirty="0">
                <a:latin typeface="Georgia" panose="02040502050405020303" pitchFamily="18" charset="0"/>
              </a:rPr>
              <a:t>3. At which layer is routing implemented, enabling connections and path selection between two</a:t>
            </a:r>
          </a:p>
          <a:p>
            <a:pPr algn="l">
              <a:lnSpc>
                <a:spcPct val="150000"/>
              </a:lnSpc>
            </a:pPr>
            <a:r>
              <a:rPr lang="en-US" sz="1800" b="0" i="0" u="none" strike="noStrike" baseline="0" dirty="0">
                <a:latin typeface="Georgia" panose="02040502050405020303" pitchFamily="18" charset="0"/>
              </a:rPr>
              <a:t>end systems?</a:t>
            </a:r>
          </a:p>
          <a:p>
            <a:pPr algn="l">
              <a:lnSpc>
                <a:spcPct val="150000"/>
              </a:lnSpc>
            </a:pPr>
            <a:r>
              <a:rPr lang="en-US" sz="1800" b="0" i="0" u="none" strike="noStrike" baseline="0" dirty="0">
                <a:latin typeface="Georgia" panose="02040502050405020303" pitchFamily="18" charset="0"/>
              </a:rPr>
              <a:t>4. Which layer defines how data is formatted, presented, encoded, and converted for use on the</a:t>
            </a:r>
          </a:p>
          <a:p>
            <a:pPr algn="l">
              <a:lnSpc>
                <a:spcPct val="150000"/>
              </a:lnSpc>
            </a:pPr>
            <a:r>
              <a:rPr lang="en-US" sz="1800" b="0" i="0" u="none" strike="noStrike" baseline="0" dirty="0">
                <a:latin typeface="Georgia" panose="02040502050405020303" pitchFamily="18" charset="0"/>
              </a:rPr>
              <a:t>network?</a:t>
            </a:r>
          </a:p>
          <a:p>
            <a:pPr>
              <a:lnSpc>
                <a:spcPct val="150000"/>
              </a:lnSpc>
            </a:pPr>
            <a:r>
              <a:rPr lang="en-US" dirty="0">
                <a:latin typeface="Georgia" panose="02040502050405020303" pitchFamily="18" charset="0"/>
              </a:rPr>
              <a:t>5. Which layer is responsible for creating, managing, and terminating sessions between</a:t>
            </a:r>
          </a:p>
          <a:p>
            <a:pPr>
              <a:lnSpc>
                <a:spcPct val="150000"/>
              </a:lnSpc>
            </a:pPr>
            <a:r>
              <a:rPr lang="en-US" dirty="0">
                <a:latin typeface="Georgia" panose="02040502050405020303" pitchFamily="18" charset="0"/>
              </a:rPr>
              <a:t>applications?</a:t>
            </a:r>
          </a:p>
          <a:p>
            <a:pPr>
              <a:lnSpc>
                <a:spcPct val="150000"/>
              </a:lnSpc>
            </a:pPr>
            <a:r>
              <a:rPr lang="en-US" dirty="0">
                <a:latin typeface="Georgia" panose="02040502050405020303" pitchFamily="18" charset="0"/>
              </a:rPr>
              <a:t>6. Which layer ensures the trustworthy transmission of data across a physical link and is</a:t>
            </a:r>
          </a:p>
          <a:p>
            <a:pPr>
              <a:lnSpc>
                <a:spcPct val="150000"/>
              </a:lnSpc>
            </a:pPr>
            <a:r>
              <a:rPr lang="en-US" dirty="0">
                <a:latin typeface="Georgia" panose="02040502050405020303" pitchFamily="18" charset="0"/>
              </a:rPr>
              <a:t>primarily concerned with physical addressing, line discipline, network topology, error</a:t>
            </a:r>
          </a:p>
          <a:p>
            <a:pPr>
              <a:lnSpc>
                <a:spcPct val="150000"/>
              </a:lnSpc>
            </a:pPr>
            <a:r>
              <a:rPr lang="en-US" dirty="0">
                <a:latin typeface="Georgia" panose="02040502050405020303" pitchFamily="18" charset="0"/>
              </a:rPr>
              <a:t>notification, ordered delivery of frames, and flow control?</a:t>
            </a:r>
            <a:endParaRPr lang="en-US" sz="1800" b="0" i="0" u="none" strike="noStrike" baseline="0" dirty="0">
              <a:latin typeface="Georgia" panose="02040502050405020303" pitchFamily="18" charset="0"/>
            </a:endParaRPr>
          </a:p>
        </p:txBody>
      </p:sp>
    </p:spTree>
    <p:extLst>
      <p:ext uri="{BB962C8B-B14F-4D97-AF65-F5344CB8AC3E}">
        <p14:creationId xmlns:p14="http://schemas.microsoft.com/office/powerpoint/2010/main" val="116982203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1B62010-4C9E-43A4-0629-B36AA38F6EE1}"/>
              </a:ext>
            </a:extLst>
          </p:cNvPr>
          <p:cNvSpPr>
            <a:spLocks noGrp="1"/>
          </p:cNvSpPr>
          <p:nvPr>
            <p:ph type="ftr" sz="quarter" idx="11"/>
          </p:nvPr>
        </p:nvSpPr>
        <p:spPr/>
        <p:txBody>
          <a:bodyPr/>
          <a:lstStyle/>
          <a:p>
            <a:pPr defTabSz="609600"/>
            <a:r>
              <a:rPr lang="en-IN"/>
              <a:t>LABOR FOR THE FUTURE</a:t>
            </a:r>
            <a:endParaRPr lang="en-IN" dirty="0"/>
          </a:p>
        </p:txBody>
      </p:sp>
      <p:sp>
        <p:nvSpPr>
          <p:cNvPr id="4" name="TextBox 3">
            <a:extLst>
              <a:ext uri="{FF2B5EF4-FFF2-40B4-BE49-F238E27FC236}">
                <a16:creationId xmlns:a16="http://schemas.microsoft.com/office/drawing/2014/main" id="{EDB15ECF-21CD-7C2B-E592-78B8715F7203}"/>
              </a:ext>
            </a:extLst>
          </p:cNvPr>
          <p:cNvSpPr txBox="1"/>
          <p:nvPr/>
        </p:nvSpPr>
        <p:spPr>
          <a:xfrm>
            <a:off x="436880" y="183555"/>
            <a:ext cx="12090400" cy="6274346"/>
          </a:xfrm>
          <a:prstGeom prst="rect">
            <a:avLst/>
          </a:prstGeom>
          <a:noFill/>
        </p:spPr>
        <p:txBody>
          <a:bodyPr wrap="square">
            <a:spAutoFit/>
          </a:bodyPr>
          <a:lstStyle/>
          <a:p>
            <a:pPr>
              <a:lnSpc>
                <a:spcPct val="150000"/>
              </a:lnSpc>
            </a:pPr>
            <a:r>
              <a:rPr lang="en-US" dirty="0">
                <a:latin typeface="Georgia" panose="02040502050405020303" pitchFamily="18" charset="0"/>
              </a:rPr>
              <a:t>7. Which layer is used for reliable communication between end nodes over the network and</a:t>
            </a:r>
          </a:p>
          <a:p>
            <a:pPr>
              <a:lnSpc>
                <a:spcPct val="150000"/>
              </a:lnSpc>
            </a:pPr>
            <a:r>
              <a:rPr lang="en-US" dirty="0">
                <a:latin typeface="Georgia" panose="02040502050405020303" pitchFamily="18" charset="0"/>
              </a:rPr>
              <a:t>provides mechanisms for establishing, maintaining, and terminating virtual circuits;</a:t>
            </a:r>
          </a:p>
          <a:p>
            <a:pPr>
              <a:lnSpc>
                <a:spcPct val="150000"/>
              </a:lnSpc>
            </a:pPr>
            <a:r>
              <a:rPr lang="en-US" dirty="0">
                <a:latin typeface="Georgia" panose="02040502050405020303" pitchFamily="18" charset="0"/>
              </a:rPr>
              <a:t>transport-fault detection and recovery; and controlling the flow of information?</a:t>
            </a:r>
          </a:p>
          <a:p>
            <a:pPr>
              <a:lnSpc>
                <a:spcPct val="150000"/>
              </a:lnSpc>
            </a:pPr>
            <a:r>
              <a:rPr lang="en-US" dirty="0">
                <a:latin typeface="Georgia" panose="02040502050405020303" pitchFamily="18" charset="0"/>
              </a:rPr>
              <a:t>8. Which layer provides logical addressing that routers will use for path determination?</a:t>
            </a:r>
          </a:p>
          <a:p>
            <a:pPr>
              <a:lnSpc>
                <a:spcPct val="150000"/>
              </a:lnSpc>
            </a:pPr>
            <a:r>
              <a:rPr lang="en-US" dirty="0">
                <a:latin typeface="Georgia" panose="02040502050405020303" pitchFamily="18" charset="0"/>
              </a:rPr>
              <a:t>9. Which layer specifies voltage, wire speed, and cable pinouts and moves bits between devices?</a:t>
            </a:r>
          </a:p>
          <a:p>
            <a:pPr>
              <a:lnSpc>
                <a:spcPct val="150000"/>
              </a:lnSpc>
            </a:pPr>
            <a:r>
              <a:rPr lang="en-US" dirty="0">
                <a:latin typeface="Georgia" panose="02040502050405020303" pitchFamily="18" charset="0"/>
              </a:rPr>
              <a:t>10. Which layer combines bits into bytes and bytes into frames, uses MAC addressing, and</a:t>
            </a:r>
          </a:p>
          <a:p>
            <a:pPr>
              <a:lnSpc>
                <a:spcPct val="150000"/>
              </a:lnSpc>
            </a:pPr>
            <a:r>
              <a:rPr lang="en-US" dirty="0">
                <a:latin typeface="Georgia" panose="02040502050405020303" pitchFamily="18" charset="0"/>
              </a:rPr>
              <a:t>provides error detection?</a:t>
            </a:r>
            <a:endParaRPr lang="en-US" sz="1800" b="0" i="0" u="none" strike="noStrike" baseline="0" dirty="0">
              <a:latin typeface="Georgia" panose="02040502050405020303" pitchFamily="18" charset="0"/>
            </a:endParaRPr>
          </a:p>
          <a:p>
            <a:pPr algn="l">
              <a:lnSpc>
                <a:spcPct val="150000"/>
              </a:lnSpc>
            </a:pPr>
            <a:r>
              <a:rPr lang="en-US" sz="1800" b="0" i="0" u="none" strike="noStrike" baseline="0" dirty="0">
                <a:latin typeface="Georgia" panose="02040502050405020303" pitchFamily="18" charset="0"/>
              </a:rPr>
              <a:t>11. Which layer is responsible for keeping the data from different applications separate on the</a:t>
            </a:r>
          </a:p>
          <a:p>
            <a:pPr algn="l">
              <a:lnSpc>
                <a:spcPct val="150000"/>
              </a:lnSpc>
            </a:pPr>
            <a:r>
              <a:rPr lang="en-US" sz="1800" b="0" i="0" u="none" strike="noStrike" baseline="0" dirty="0">
                <a:latin typeface="Georgia" panose="02040502050405020303" pitchFamily="18" charset="0"/>
              </a:rPr>
              <a:t>network?</a:t>
            </a:r>
          </a:p>
          <a:p>
            <a:pPr algn="l">
              <a:lnSpc>
                <a:spcPct val="150000"/>
              </a:lnSpc>
            </a:pPr>
            <a:r>
              <a:rPr lang="en-US" sz="1800" b="0" i="0" u="none" strike="noStrike" baseline="0" dirty="0">
                <a:latin typeface="Georgia" panose="02040502050405020303" pitchFamily="18" charset="0"/>
              </a:rPr>
              <a:t>12. Which layer is represented by frames?</a:t>
            </a:r>
          </a:p>
          <a:p>
            <a:pPr algn="l">
              <a:lnSpc>
                <a:spcPct val="150000"/>
              </a:lnSpc>
            </a:pPr>
            <a:r>
              <a:rPr lang="en-US" sz="1800" b="0" i="0" u="none" strike="noStrike" baseline="0" dirty="0">
                <a:latin typeface="Georgia" panose="02040502050405020303" pitchFamily="18" charset="0"/>
              </a:rPr>
              <a:t>13. Which layer is represented by segments?</a:t>
            </a:r>
          </a:p>
          <a:p>
            <a:pPr algn="l">
              <a:lnSpc>
                <a:spcPct val="150000"/>
              </a:lnSpc>
            </a:pPr>
            <a:r>
              <a:rPr lang="en-US" sz="1800" b="0" i="0" u="none" strike="noStrike" baseline="0" dirty="0">
                <a:latin typeface="Georgia" panose="02040502050405020303" pitchFamily="18" charset="0"/>
              </a:rPr>
              <a:t>14. Which layer is represented by packets?</a:t>
            </a:r>
          </a:p>
          <a:p>
            <a:pPr algn="l">
              <a:lnSpc>
                <a:spcPct val="150000"/>
              </a:lnSpc>
            </a:pPr>
            <a:r>
              <a:rPr lang="en-US" sz="1800" b="0" i="0" u="none" strike="noStrike" baseline="0" dirty="0">
                <a:latin typeface="Georgia" panose="02040502050405020303" pitchFamily="18" charset="0"/>
              </a:rPr>
              <a:t>15. Which layer is represented by bits?</a:t>
            </a:r>
          </a:p>
          <a:p>
            <a:pPr algn="l">
              <a:lnSpc>
                <a:spcPct val="150000"/>
              </a:lnSpc>
            </a:pPr>
            <a:r>
              <a:rPr lang="en-US" sz="1800" b="0" i="0" u="none" strike="noStrike" baseline="0" dirty="0">
                <a:latin typeface="Georgia" panose="02040502050405020303" pitchFamily="18" charset="0"/>
              </a:rPr>
              <a:t>16. Rearrange the following in order of encapsulation:</a:t>
            </a:r>
          </a:p>
          <a:p>
            <a:pPr algn="l">
              <a:lnSpc>
                <a:spcPct val="150000"/>
              </a:lnSpc>
            </a:pPr>
            <a:r>
              <a:rPr lang="en-US" sz="1800" b="0" i="0" u="none" strike="noStrike" baseline="0" dirty="0">
                <a:latin typeface="Georgia" panose="02040502050405020303" pitchFamily="18" charset="0"/>
              </a:rPr>
              <a:t>Packets, Frames ,Bits</a:t>
            </a:r>
            <a:r>
              <a:rPr lang="en-US" dirty="0">
                <a:latin typeface="Georgia" panose="02040502050405020303" pitchFamily="18" charset="0"/>
              </a:rPr>
              <a:t>, </a:t>
            </a:r>
            <a:r>
              <a:rPr lang="en-US" sz="1800" b="0" i="0" u="none" strike="noStrike" baseline="0" dirty="0">
                <a:latin typeface="Georgia" panose="02040502050405020303" pitchFamily="18" charset="0"/>
              </a:rPr>
              <a:t>Segments</a:t>
            </a:r>
          </a:p>
        </p:txBody>
      </p:sp>
    </p:spTree>
    <p:extLst>
      <p:ext uri="{BB962C8B-B14F-4D97-AF65-F5344CB8AC3E}">
        <p14:creationId xmlns:p14="http://schemas.microsoft.com/office/powerpoint/2010/main" val="195921245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4E7E4B1-5200-F818-7E2B-3A4F28E1479F}"/>
              </a:ext>
            </a:extLst>
          </p:cNvPr>
          <p:cNvSpPr>
            <a:spLocks noGrp="1"/>
          </p:cNvSpPr>
          <p:nvPr>
            <p:ph type="ftr" sz="quarter" idx="11"/>
          </p:nvPr>
        </p:nvSpPr>
        <p:spPr/>
        <p:txBody>
          <a:bodyPr/>
          <a:lstStyle/>
          <a:p>
            <a:pPr defTabSz="609600"/>
            <a:r>
              <a:rPr lang="en-IN"/>
              <a:t>LABOR FOR THE FUTURE</a:t>
            </a:r>
            <a:endParaRPr lang="en-IN" dirty="0"/>
          </a:p>
        </p:txBody>
      </p:sp>
      <p:sp>
        <p:nvSpPr>
          <p:cNvPr id="4" name="TextBox 3">
            <a:extLst>
              <a:ext uri="{FF2B5EF4-FFF2-40B4-BE49-F238E27FC236}">
                <a16:creationId xmlns:a16="http://schemas.microsoft.com/office/drawing/2014/main" id="{072ED8D2-611F-C178-145A-4AEACCFA2C7F}"/>
              </a:ext>
            </a:extLst>
          </p:cNvPr>
          <p:cNvSpPr txBox="1"/>
          <p:nvPr/>
        </p:nvSpPr>
        <p:spPr>
          <a:xfrm>
            <a:off x="457200" y="888240"/>
            <a:ext cx="11602720" cy="3337132"/>
          </a:xfrm>
          <a:prstGeom prst="rect">
            <a:avLst/>
          </a:prstGeom>
          <a:noFill/>
        </p:spPr>
        <p:txBody>
          <a:bodyPr wrap="square">
            <a:spAutoFit/>
          </a:bodyPr>
          <a:lstStyle/>
          <a:p>
            <a:pPr algn="l">
              <a:lnSpc>
                <a:spcPct val="200000"/>
              </a:lnSpc>
            </a:pPr>
            <a:r>
              <a:rPr lang="en-US" sz="1800" b="0" i="0" u="none" strike="noStrike" baseline="0" dirty="0">
                <a:latin typeface="Georgia" panose="02040502050405020303" pitchFamily="18" charset="0"/>
              </a:rPr>
              <a:t>17. Which layer segments and reassembles data into a data stream?</a:t>
            </a:r>
          </a:p>
          <a:p>
            <a:pPr algn="l">
              <a:lnSpc>
                <a:spcPct val="200000"/>
              </a:lnSpc>
            </a:pPr>
            <a:r>
              <a:rPr lang="en-US" sz="1800" b="0" i="0" u="none" strike="noStrike" baseline="0" dirty="0">
                <a:latin typeface="Georgia" panose="02040502050405020303" pitchFamily="18" charset="0"/>
              </a:rPr>
              <a:t>18. Which layer provides the physical transmission of the data and handles error notification,</a:t>
            </a:r>
          </a:p>
          <a:p>
            <a:pPr algn="l">
              <a:lnSpc>
                <a:spcPct val="200000"/>
              </a:lnSpc>
            </a:pPr>
            <a:r>
              <a:rPr lang="en-US" sz="1800" b="0" i="0" u="none" strike="noStrike" baseline="0" dirty="0">
                <a:latin typeface="Georgia" panose="02040502050405020303" pitchFamily="18" charset="0"/>
              </a:rPr>
              <a:t>network topology, and flow control?</a:t>
            </a:r>
          </a:p>
          <a:p>
            <a:pPr algn="l">
              <a:lnSpc>
                <a:spcPct val="200000"/>
              </a:lnSpc>
            </a:pPr>
            <a:r>
              <a:rPr lang="en-US" sz="1800" b="0" i="0" u="none" strike="noStrike" baseline="0" dirty="0">
                <a:latin typeface="Georgia" panose="02040502050405020303" pitchFamily="18" charset="0"/>
              </a:rPr>
              <a:t>19. Which layer manages logical device addressing, tracks the location of devices on the</a:t>
            </a:r>
          </a:p>
          <a:p>
            <a:pPr algn="l">
              <a:lnSpc>
                <a:spcPct val="200000"/>
              </a:lnSpc>
            </a:pPr>
            <a:r>
              <a:rPr lang="en-US" sz="1800" b="0" i="0" u="none" strike="noStrike" baseline="0" dirty="0">
                <a:latin typeface="Georgia" panose="02040502050405020303" pitchFamily="18" charset="0"/>
              </a:rPr>
              <a:t>internetwork, and determines the best way to move data?</a:t>
            </a:r>
          </a:p>
          <a:p>
            <a:pPr algn="l">
              <a:lnSpc>
                <a:spcPct val="200000"/>
              </a:lnSpc>
            </a:pPr>
            <a:r>
              <a:rPr lang="en-US" sz="1800" b="0" i="0" u="none" strike="noStrike" baseline="0" dirty="0">
                <a:latin typeface="Georgia" panose="02040502050405020303" pitchFamily="18" charset="0"/>
              </a:rPr>
              <a:t>20. What is the bit length and expression form of a MAC address?</a:t>
            </a:r>
            <a:endParaRPr lang="en-RW" dirty="0"/>
          </a:p>
        </p:txBody>
      </p:sp>
    </p:spTree>
    <p:extLst>
      <p:ext uri="{BB962C8B-B14F-4D97-AF65-F5344CB8AC3E}">
        <p14:creationId xmlns:p14="http://schemas.microsoft.com/office/powerpoint/2010/main" val="2019055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1050</TotalTime>
  <Words>5314</Words>
  <Application>Microsoft Office PowerPoint</Application>
  <PresentationFormat>Widescreen</PresentationFormat>
  <Paragraphs>562</Paragraphs>
  <Slides>49</Slides>
  <Notes>8</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49</vt:i4>
      </vt:variant>
    </vt:vector>
  </HeadingPairs>
  <TitlesOfParts>
    <vt:vector size="61" baseType="lpstr">
      <vt:lpstr>Arial</vt:lpstr>
      <vt:lpstr>Arial Black</vt:lpstr>
      <vt:lpstr>Calibri</vt:lpstr>
      <vt:lpstr>Constantia</vt:lpstr>
      <vt:lpstr>Georgia</vt:lpstr>
      <vt:lpstr>Georgia-Bold</vt:lpstr>
      <vt:lpstr>Georgia-Italic</vt:lpstr>
      <vt:lpstr>Tahoma-Bold</vt:lpstr>
      <vt:lpstr>Times New Roman</vt:lpstr>
      <vt:lpstr>Wingdings</vt:lpstr>
      <vt:lpstr>Wingdings 2</vt:lpstr>
      <vt:lpstr>Flow</vt:lpstr>
      <vt:lpstr>PowerPoint Presentation</vt:lpstr>
      <vt:lpstr>PowerPoint Presentation</vt:lpstr>
      <vt:lpstr>PowerPoint Presentation</vt:lpstr>
      <vt:lpstr>PowerPoint Presentation</vt:lpstr>
      <vt:lpstr>PowerPoint Presentation</vt:lpstr>
      <vt:lpstr>PowerPoint Presentation</vt:lpstr>
      <vt:lpstr>          Network Protocol</vt:lpstr>
      <vt:lpstr>Network Protocol Functions</vt:lpstr>
      <vt:lpstr>Protocol Interaction</vt:lpstr>
      <vt:lpstr>Network Protocol Suites</vt:lpstr>
      <vt:lpstr>PowerPoint Presentation</vt:lpstr>
      <vt:lpstr>PowerPoint Presentation</vt:lpstr>
      <vt:lpstr>PowerPoint Presentation</vt:lpstr>
      <vt:lpstr>The Benefits of Using a Layered Model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The TCP/IP Reference Model</vt:lpstr>
      <vt:lpstr>TCP/IP Protocol Suite</vt:lpstr>
      <vt:lpstr>PowerPoint Presentation</vt:lpstr>
      <vt:lpstr>Communications Protocols</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Fred Kagame</dc:creator>
  <cp:lastModifiedBy>Kagame Fred</cp:lastModifiedBy>
  <cp:revision>110</cp:revision>
  <dcterms:created xsi:type="dcterms:W3CDTF">2024-10-03T07:01:00Z</dcterms:created>
  <dcterms:modified xsi:type="dcterms:W3CDTF">2025-08-29T15:46:25Z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1033-11.8.2.8426</vt:lpwstr>
  </property>
</Properties>
</file>