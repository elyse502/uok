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448" r:id="rId2"/>
    <p:sldId id="339" r:id="rId3"/>
    <p:sldId id="340" r:id="rId4"/>
    <p:sldId id="341" r:id="rId5"/>
    <p:sldId id="342" r:id="rId6"/>
    <p:sldId id="421" r:id="rId7"/>
    <p:sldId id="343" r:id="rId8"/>
    <p:sldId id="344" r:id="rId9"/>
    <p:sldId id="345" r:id="rId10"/>
    <p:sldId id="449" r:id="rId11"/>
    <p:sldId id="450" r:id="rId12"/>
    <p:sldId id="372" r:id="rId13"/>
    <p:sldId id="373" r:id="rId14"/>
    <p:sldId id="452" r:id="rId15"/>
    <p:sldId id="346" r:id="rId16"/>
    <p:sldId id="348" r:id="rId17"/>
    <p:sldId id="347" r:id="rId18"/>
    <p:sldId id="349" r:id="rId19"/>
    <p:sldId id="362" r:id="rId20"/>
    <p:sldId id="350" r:id="rId21"/>
    <p:sldId id="357" r:id="rId22"/>
    <p:sldId id="358" r:id="rId23"/>
    <p:sldId id="359" r:id="rId24"/>
    <p:sldId id="363" r:id="rId25"/>
    <p:sldId id="360" r:id="rId26"/>
    <p:sldId id="374" r:id="rId27"/>
    <p:sldId id="375" r:id="rId28"/>
    <p:sldId id="376" r:id="rId29"/>
    <p:sldId id="377" r:id="rId30"/>
    <p:sldId id="378" r:id="rId31"/>
    <p:sldId id="453" r:id="rId32"/>
    <p:sldId id="455" r:id="rId33"/>
    <p:sldId id="296" r:id="rId34"/>
    <p:sldId id="297" r:id="rId35"/>
    <p:sldId id="298" r:id="rId36"/>
    <p:sldId id="299" r:id="rId37"/>
    <p:sldId id="300" r:id="rId38"/>
    <p:sldId id="301" r:id="rId39"/>
    <p:sldId id="331" r:id="rId40"/>
    <p:sldId id="333" r:id="rId41"/>
    <p:sldId id="332" r:id="rId42"/>
    <p:sldId id="290" r:id="rId43"/>
    <p:sldId id="454" r:id="rId44"/>
    <p:sldId id="456" r:id="rId45"/>
    <p:sldId id="457" r:id="rId46"/>
    <p:sldId id="458" r:id="rId47"/>
    <p:sldId id="459" r:id="rId48"/>
    <p:sldId id="461" r:id="rId49"/>
    <p:sldId id="462" r:id="rId50"/>
    <p:sldId id="464"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AB127E8-A8AD-4961-949E-3F2972DD2753}" v="9" dt="2025-09-02T17:18:27.8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2" autoAdjust="0"/>
    <p:restoredTop sz="94660"/>
  </p:normalViewPr>
  <p:slideViewPr>
    <p:cSldViewPr snapToGrid="0">
      <p:cViewPr varScale="1">
        <p:scale>
          <a:sx n="59" d="100"/>
          <a:sy n="59" d="100"/>
        </p:scale>
        <p:origin x="964" y="64"/>
      </p:cViewPr>
      <p:guideLst/>
    </p:cSldViewPr>
  </p:slid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game Fred" userId="63910e53-0d66-466a-91b1-c2053af931ec" providerId="ADAL" clId="{5AB127E8-A8AD-4961-949E-3F2972DD2753}"/>
    <pc:docChg chg="undo custSel addSld delSld modSld sldOrd delMainMaster">
      <pc:chgData name="Kagame Fred" userId="63910e53-0d66-466a-91b1-c2053af931ec" providerId="ADAL" clId="{5AB127E8-A8AD-4961-949E-3F2972DD2753}" dt="2025-09-07T10:57:53.858" v="324" actId="1076"/>
      <pc:docMkLst>
        <pc:docMk/>
      </pc:docMkLst>
      <pc:sldChg chg="add del ord">
        <pc:chgData name="Kagame Fred" userId="63910e53-0d66-466a-91b1-c2053af931ec" providerId="ADAL" clId="{5AB127E8-A8AD-4961-949E-3F2972DD2753}" dt="2025-09-02T17:19:09.867" v="299" actId="47"/>
        <pc:sldMkLst>
          <pc:docMk/>
          <pc:sldMk cId="1720499088" sldId="257"/>
        </pc:sldMkLst>
      </pc:sldChg>
      <pc:sldChg chg="add del">
        <pc:chgData name="Kagame Fred" userId="63910e53-0d66-466a-91b1-c2053af931ec" providerId="ADAL" clId="{5AB127E8-A8AD-4961-949E-3F2972DD2753}" dt="2025-09-02T17:19:10.681" v="300" actId="47"/>
        <pc:sldMkLst>
          <pc:docMk/>
          <pc:sldMk cId="1147859426" sldId="259"/>
        </pc:sldMkLst>
      </pc:sldChg>
      <pc:sldChg chg="add del">
        <pc:chgData name="Kagame Fred" userId="63910e53-0d66-466a-91b1-c2053af931ec" providerId="ADAL" clId="{5AB127E8-A8AD-4961-949E-3F2972DD2753}" dt="2025-09-02T17:19:11.427" v="301" actId="47"/>
        <pc:sldMkLst>
          <pc:docMk/>
          <pc:sldMk cId="399459281" sldId="261"/>
        </pc:sldMkLst>
      </pc:sldChg>
      <pc:sldChg chg="add del">
        <pc:chgData name="Kagame Fred" userId="63910e53-0d66-466a-91b1-c2053af931ec" providerId="ADAL" clId="{5AB127E8-A8AD-4961-949E-3F2972DD2753}" dt="2025-09-02T17:19:12.947" v="302" actId="47"/>
        <pc:sldMkLst>
          <pc:docMk/>
          <pc:sldMk cId="338652960" sldId="262"/>
        </pc:sldMkLst>
      </pc:sldChg>
      <pc:sldChg chg="add del">
        <pc:chgData name="Kagame Fred" userId="63910e53-0d66-466a-91b1-c2053af931ec" providerId="ADAL" clId="{5AB127E8-A8AD-4961-949E-3F2972DD2753}" dt="2025-09-02T17:19:43.100" v="306" actId="47"/>
        <pc:sldMkLst>
          <pc:docMk/>
          <pc:sldMk cId="3899800487" sldId="263"/>
        </pc:sldMkLst>
      </pc:sldChg>
      <pc:sldChg chg="del">
        <pc:chgData name="Kagame Fred" userId="63910e53-0d66-466a-91b1-c2053af931ec" providerId="ADAL" clId="{5AB127E8-A8AD-4961-949E-3F2972DD2753}" dt="2025-09-02T17:19:43.935" v="307" actId="47"/>
        <pc:sldMkLst>
          <pc:docMk/>
          <pc:sldMk cId="253487906" sldId="264"/>
        </pc:sldMkLst>
      </pc:sldChg>
      <pc:sldChg chg="del">
        <pc:chgData name="Kagame Fred" userId="63910e53-0d66-466a-91b1-c2053af931ec" providerId="ADAL" clId="{5AB127E8-A8AD-4961-949E-3F2972DD2753}" dt="2025-09-02T17:19:45.261" v="308" actId="47"/>
        <pc:sldMkLst>
          <pc:docMk/>
          <pc:sldMk cId="319152782" sldId="265"/>
        </pc:sldMkLst>
      </pc:sldChg>
      <pc:sldChg chg="del">
        <pc:chgData name="Kagame Fred" userId="63910e53-0d66-466a-91b1-c2053af931ec" providerId="ADAL" clId="{5AB127E8-A8AD-4961-949E-3F2972DD2753}" dt="2025-09-02T17:19:46.953" v="309" actId="47"/>
        <pc:sldMkLst>
          <pc:docMk/>
          <pc:sldMk cId="870816287" sldId="266"/>
        </pc:sldMkLst>
      </pc:sldChg>
      <pc:sldChg chg="add">
        <pc:chgData name="Kagame Fred" userId="63910e53-0d66-466a-91b1-c2053af931ec" providerId="ADAL" clId="{5AB127E8-A8AD-4961-949E-3F2972DD2753}" dt="2025-08-31T09:30:05.667" v="0"/>
        <pc:sldMkLst>
          <pc:docMk/>
          <pc:sldMk cId="0" sldId="290"/>
        </pc:sldMkLst>
      </pc:sldChg>
      <pc:sldChg chg="add">
        <pc:chgData name="Kagame Fred" userId="63910e53-0d66-466a-91b1-c2053af931ec" providerId="ADAL" clId="{5AB127E8-A8AD-4961-949E-3F2972DD2753}" dt="2025-08-31T09:30:05.667" v="0"/>
        <pc:sldMkLst>
          <pc:docMk/>
          <pc:sldMk cId="0" sldId="296"/>
        </pc:sldMkLst>
      </pc:sldChg>
      <pc:sldChg chg="add">
        <pc:chgData name="Kagame Fred" userId="63910e53-0d66-466a-91b1-c2053af931ec" providerId="ADAL" clId="{5AB127E8-A8AD-4961-949E-3F2972DD2753}" dt="2025-08-31T09:30:05.667" v="0"/>
        <pc:sldMkLst>
          <pc:docMk/>
          <pc:sldMk cId="0" sldId="297"/>
        </pc:sldMkLst>
      </pc:sldChg>
      <pc:sldChg chg="add">
        <pc:chgData name="Kagame Fred" userId="63910e53-0d66-466a-91b1-c2053af931ec" providerId="ADAL" clId="{5AB127E8-A8AD-4961-949E-3F2972DD2753}" dt="2025-08-31T09:30:05.667" v="0"/>
        <pc:sldMkLst>
          <pc:docMk/>
          <pc:sldMk cId="0" sldId="298"/>
        </pc:sldMkLst>
      </pc:sldChg>
      <pc:sldChg chg="add">
        <pc:chgData name="Kagame Fred" userId="63910e53-0d66-466a-91b1-c2053af931ec" providerId="ADAL" clId="{5AB127E8-A8AD-4961-949E-3F2972DD2753}" dt="2025-08-31T09:30:05.667" v="0"/>
        <pc:sldMkLst>
          <pc:docMk/>
          <pc:sldMk cId="0" sldId="299"/>
        </pc:sldMkLst>
      </pc:sldChg>
      <pc:sldChg chg="add">
        <pc:chgData name="Kagame Fred" userId="63910e53-0d66-466a-91b1-c2053af931ec" providerId="ADAL" clId="{5AB127E8-A8AD-4961-949E-3F2972DD2753}" dt="2025-08-31T09:30:05.667" v="0"/>
        <pc:sldMkLst>
          <pc:docMk/>
          <pc:sldMk cId="0" sldId="300"/>
        </pc:sldMkLst>
      </pc:sldChg>
      <pc:sldChg chg="add">
        <pc:chgData name="Kagame Fred" userId="63910e53-0d66-466a-91b1-c2053af931ec" providerId="ADAL" clId="{5AB127E8-A8AD-4961-949E-3F2972DD2753}" dt="2025-08-31T09:30:05.667" v="0"/>
        <pc:sldMkLst>
          <pc:docMk/>
          <pc:sldMk cId="0" sldId="301"/>
        </pc:sldMkLst>
      </pc:sldChg>
      <pc:sldChg chg="add">
        <pc:chgData name="Kagame Fred" userId="63910e53-0d66-466a-91b1-c2053af931ec" providerId="ADAL" clId="{5AB127E8-A8AD-4961-949E-3F2972DD2753}" dt="2025-08-31T09:30:05.667" v="0"/>
        <pc:sldMkLst>
          <pc:docMk/>
          <pc:sldMk cId="0" sldId="331"/>
        </pc:sldMkLst>
      </pc:sldChg>
      <pc:sldChg chg="add">
        <pc:chgData name="Kagame Fred" userId="63910e53-0d66-466a-91b1-c2053af931ec" providerId="ADAL" clId="{5AB127E8-A8AD-4961-949E-3F2972DD2753}" dt="2025-08-31T09:30:05.667" v="0"/>
        <pc:sldMkLst>
          <pc:docMk/>
          <pc:sldMk cId="0" sldId="332"/>
        </pc:sldMkLst>
      </pc:sldChg>
      <pc:sldChg chg="add">
        <pc:chgData name="Kagame Fred" userId="63910e53-0d66-466a-91b1-c2053af931ec" providerId="ADAL" clId="{5AB127E8-A8AD-4961-949E-3F2972DD2753}" dt="2025-08-31T09:30:05.667" v="0"/>
        <pc:sldMkLst>
          <pc:docMk/>
          <pc:sldMk cId="0" sldId="333"/>
        </pc:sldMkLst>
      </pc:sldChg>
      <pc:sldChg chg="delSp modSp add mod ord">
        <pc:chgData name="Kagame Fred" userId="63910e53-0d66-466a-91b1-c2053af931ec" providerId="ADAL" clId="{5AB127E8-A8AD-4961-949E-3F2972DD2753}" dt="2025-09-02T17:16:51.943" v="295" actId="207"/>
        <pc:sldMkLst>
          <pc:docMk/>
          <pc:sldMk cId="3583779501" sldId="339"/>
        </pc:sldMkLst>
        <pc:spChg chg="mod">
          <ac:chgData name="Kagame Fred" userId="63910e53-0d66-466a-91b1-c2053af931ec" providerId="ADAL" clId="{5AB127E8-A8AD-4961-949E-3F2972DD2753}" dt="2025-09-02T17:16:51.943" v="295" actId="207"/>
          <ac:spMkLst>
            <pc:docMk/>
            <pc:sldMk cId="3583779501" sldId="339"/>
            <ac:spMk id="3" creationId="{E8FDF2E5-8B87-45F3-813A-C9011CA633A7}"/>
          </ac:spMkLst>
        </pc:spChg>
      </pc:sldChg>
      <pc:sldChg chg="addSp delSp modSp add mod">
        <pc:chgData name="Kagame Fred" userId="63910e53-0d66-466a-91b1-c2053af931ec" providerId="ADAL" clId="{5AB127E8-A8AD-4961-949E-3F2972DD2753}" dt="2025-09-02T16:54:09.963" v="53" actId="207"/>
        <pc:sldMkLst>
          <pc:docMk/>
          <pc:sldMk cId="2754862243" sldId="340"/>
        </pc:sldMkLst>
        <pc:spChg chg="add del mod">
          <ac:chgData name="Kagame Fred" userId="63910e53-0d66-466a-91b1-c2053af931ec" providerId="ADAL" clId="{5AB127E8-A8AD-4961-949E-3F2972DD2753}" dt="2025-09-02T16:49:30.616" v="17" actId="1076"/>
          <ac:spMkLst>
            <pc:docMk/>
            <pc:sldMk cId="2754862243" sldId="340"/>
            <ac:spMk id="2" creationId="{9FB3175E-14CB-48CC-9542-677824EB696A}"/>
          </ac:spMkLst>
        </pc:spChg>
        <pc:spChg chg="mod">
          <ac:chgData name="Kagame Fred" userId="63910e53-0d66-466a-91b1-c2053af931ec" providerId="ADAL" clId="{5AB127E8-A8AD-4961-949E-3F2972DD2753}" dt="2025-09-02T16:54:09.963" v="53" actId="207"/>
          <ac:spMkLst>
            <pc:docMk/>
            <pc:sldMk cId="2754862243" sldId="340"/>
            <ac:spMk id="3" creationId="{E8FDF2E5-8B87-45F3-813A-C9011CA633A7}"/>
          </ac:spMkLst>
        </pc:spChg>
      </pc:sldChg>
      <pc:sldChg chg="delSp modSp add mod">
        <pc:chgData name="Kagame Fred" userId="63910e53-0d66-466a-91b1-c2053af931ec" providerId="ADAL" clId="{5AB127E8-A8AD-4961-949E-3F2972DD2753}" dt="2025-09-02T16:54:16.262" v="54" actId="207"/>
        <pc:sldMkLst>
          <pc:docMk/>
          <pc:sldMk cId="2797571285" sldId="341"/>
        </pc:sldMkLst>
        <pc:spChg chg="mod">
          <ac:chgData name="Kagame Fred" userId="63910e53-0d66-466a-91b1-c2053af931ec" providerId="ADAL" clId="{5AB127E8-A8AD-4961-949E-3F2972DD2753}" dt="2025-09-02T16:54:16.262" v="54" actId="207"/>
          <ac:spMkLst>
            <pc:docMk/>
            <pc:sldMk cId="2797571285" sldId="341"/>
            <ac:spMk id="3" creationId="{E8FDF2E5-8B87-45F3-813A-C9011CA633A7}"/>
          </ac:spMkLst>
        </pc:spChg>
        <pc:picChg chg="mod">
          <ac:chgData name="Kagame Fred" userId="63910e53-0d66-466a-91b1-c2053af931ec" providerId="ADAL" clId="{5AB127E8-A8AD-4961-949E-3F2972DD2753}" dt="2025-09-02T16:51:41.543" v="27" actId="14100"/>
          <ac:picMkLst>
            <pc:docMk/>
            <pc:sldMk cId="2797571285" sldId="341"/>
            <ac:picMk id="8" creationId="{FAA09E57-78AB-4E2F-B58A-30223EA3E3E1}"/>
          </ac:picMkLst>
        </pc:picChg>
        <pc:picChg chg="mod">
          <ac:chgData name="Kagame Fred" userId="63910e53-0d66-466a-91b1-c2053af931ec" providerId="ADAL" clId="{5AB127E8-A8AD-4961-949E-3F2972DD2753}" dt="2025-09-02T16:51:45.544" v="28" actId="14100"/>
          <ac:picMkLst>
            <pc:docMk/>
            <pc:sldMk cId="2797571285" sldId="341"/>
            <ac:picMk id="9" creationId="{0EA87DEA-B2E0-48F4-9780-9D55E3256514}"/>
          </ac:picMkLst>
        </pc:picChg>
        <pc:picChg chg="mod">
          <ac:chgData name="Kagame Fred" userId="63910e53-0d66-466a-91b1-c2053af931ec" providerId="ADAL" clId="{5AB127E8-A8AD-4961-949E-3F2972DD2753}" dt="2025-09-02T16:51:39.005" v="26" actId="1076"/>
          <ac:picMkLst>
            <pc:docMk/>
            <pc:sldMk cId="2797571285" sldId="341"/>
            <ac:picMk id="11" creationId="{D3C9BAD8-6F68-4DEA-9F1D-17F1F64D314B}"/>
          </ac:picMkLst>
        </pc:picChg>
      </pc:sldChg>
      <pc:sldChg chg="delSp modSp add mod">
        <pc:chgData name="Kagame Fred" userId="63910e53-0d66-466a-91b1-c2053af931ec" providerId="ADAL" clId="{5AB127E8-A8AD-4961-949E-3F2972DD2753}" dt="2025-09-02T16:54:22.548" v="55" actId="207"/>
        <pc:sldMkLst>
          <pc:docMk/>
          <pc:sldMk cId="3851637275" sldId="342"/>
        </pc:sldMkLst>
        <pc:spChg chg="mod">
          <ac:chgData name="Kagame Fred" userId="63910e53-0d66-466a-91b1-c2053af931ec" providerId="ADAL" clId="{5AB127E8-A8AD-4961-949E-3F2972DD2753}" dt="2025-09-02T16:52:43.779" v="41" actId="20577"/>
          <ac:spMkLst>
            <pc:docMk/>
            <pc:sldMk cId="3851637275" sldId="342"/>
            <ac:spMk id="2" creationId="{9FB3175E-14CB-48CC-9542-677824EB696A}"/>
          </ac:spMkLst>
        </pc:spChg>
        <pc:spChg chg="mod">
          <ac:chgData name="Kagame Fred" userId="63910e53-0d66-466a-91b1-c2053af931ec" providerId="ADAL" clId="{5AB127E8-A8AD-4961-949E-3F2972DD2753}" dt="2025-09-02T16:54:22.548" v="55" actId="207"/>
          <ac:spMkLst>
            <pc:docMk/>
            <pc:sldMk cId="3851637275" sldId="342"/>
            <ac:spMk id="3" creationId="{E8FDF2E5-8B87-45F3-813A-C9011CA633A7}"/>
          </ac:spMkLst>
        </pc:spChg>
        <pc:spChg chg="mod">
          <ac:chgData name="Kagame Fred" userId="63910e53-0d66-466a-91b1-c2053af931ec" providerId="ADAL" clId="{5AB127E8-A8AD-4961-949E-3F2972DD2753}" dt="2025-09-02T16:53:31.751" v="47" actId="1076"/>
          <ac:spMkLst>
            <pc:docMk/>
            <pc:sldMk cId="3851637275" sldId="342"/>
            <ac:spMk id="10" creationId="{0EA0C536-8CD8-488D-90DC-B3677F87444A}"/>
          </ac:spMkLst>
        </pc:spChg>
        <pc:spChg chg="mod">
          <ac:chgData name="Kagame Fred" userId="63910e53-0d66-466a-91b1-c2053af931ec" providerId="ADAL" clId="{5AB127E8-A8AD-4961-949E-3F2972DD2753}" dt="2025-09-02T16:53:28.247" v="46" actId="1076"/>
          <ac:spMkLst>
            <pc:docMk/>
            <pc:sldMk cId="3851637275" sldId="342"/>
            <ac:spMk id="11" creationId="{1E0BDC04-A59B-4D47-B8F8-6C47C4A95B15}"/>
          </ac:spMkLst>
        </pc:spChg>
      </pc:sldChg>
      <pc:sldChg chg="delSp modSp add mod">
        <pc:chgData name="Kagame Fred" userId="63910e53-0d66-466a-91b1-c2053af931ec" providerId="ADAL" clId="{5AB127E8-A8AD-4961-949E-3F2972DD2753}" dt="2025-09-02T16:55:59.967" v="68" actId="207"/>
        <pc:sldMkLst>
          <pc:docMk/>
          <pc:sldMk cId="359607404" sldId="343"/>
        </pc:sldMkLst>
        <pc:spChg chg="mod">
          <ac:chgData name="Kagame Fred" userId="63910e53-0d66-466a-91b1-c2053af931ec" providerId="ADAL" clId="{5AB127E8-A8AD-4961-949E-3F2972DD2753}" dt="2025-09-02T16:54:50.610" v="56" actId="1076"/>
          <ac:spMkLst>
            <pc:docMk/>
            <pc:sldMk cId="359607404" sldId="343"/>
            <ac:spMk id="2" creationId="{9FB3175E-14CB-48CC-9542-677824EB696A}"/>
          </ac:spMkLst>
        </pc:spChg>
        <pc:spChg chg="mod">
          <ac:chgData name="Kagame Fred" userId="63910e53-0d66-466a-91b1-c2053af931ec" providerId="ADAL" clId="{5AB127E8-A8AD-4961-949E-3F2972DD2753}" dt="2025-09-02T16:55:59.967" v="68" actId="207"/>
          <ac:spMkLst>
            <pc:docMk/>
            <pc:sldMk cId="359607404" sldId="343"/>
            <ac:spMk id="3" creationId="{E8FDF2E5-8B87-45F3-813A-C9011CA633A7}"/>
          </ac:spMkLst>
        </pc:spChg>
        <pc:picChg chg="mod">
          <ac:chgData name="Kagame Fred" userId="63910e53-0d66-466a-91b1-c2053af931ec" providerId="ADAL" clId="{5AB127E8-A8AD-4961-949E-3F2972DD2753}" dt="2025-09-02T16:55:55.978" v="67" actId="14100"/>
          <ac:picMkLst>
            <pc:docMk/>
            <pc:sldMk cId="359607404" sldId="343"/>
            <ac:picMk id="5" creationId="{4B7A8932-5479-4DDB-960A-97A694BA6A16}"/>
          </ac:picMkLst>
        </pc:picChg>
      </pc:sldChg>
      <pc:sldChg chg="delSp modSp add mod">
        <pc:chgData name="Kagame Fred" userId="63910e53-0d66-466a-91b1-c2053af931ec" providerId="ADAL" clId="{5AB127E8-A8AD-4961-949E-3F2972DD2753}" dt="2025-09-02T16:57:15.670" v="82" actId="1076"/>
        <pc:sldMkLst>
          <pc:docMk/>
          <pc:sldMk cId="3644678726" sldId="344"/>
        </pc:sldMkLst>
        <pc:spChg chg="mod">
          <ac:chgData name="Kagame Fred" userId="63910e53-0d66-466a-91b1-c2053af931ec" providerId="ADAL" clId="{5AB127E8-A8AD-4961-949E-3F2972DD2753}" dt="2025-09-02T16:56:48.239" v="76" actId="1076"/>
          <ac:spMkLst>
            <pc:docMk/>
            <pc:sldMk cId="3644678726" sldId="344"/>
            <ac:spMk id="3" creationId="{E8FDF2E5-8B87-45F3-813A-C9011CA633A7}"/>
          </ac:spMkLst>
        </pc:spChg>
        <pc:picChg chg="mod">
          <ac:chgData name="Kagame Fred" userId="63910e53-0d66-466a-91b1-c2053af931ec" providerId="ADAL" clId="{5AB127E8-A8AD-4961-949E-3F2972DD2753}" dt="2025-09-02T16:56:55.715" v="79" actId="14100"/>
          <ac:picMkLst>
            <pc:docMk/>
            <pc:sldMk cId="3644678726" sldId="344"/>
            <ac:picMk id="5" creationId="{B13FF5E0-FE7D-415D-BD2F-AB70716B12B2}"/>
          </ac:picMkLst>
        </pc:picChg>
        <pc:picChg chg="mod">
          <ac:chgData name="Kagame Fred" userId="63910e53-0d66-466a-91b1-c2053af931ec" providerId="ADAL" clId="{5AB127E8-A8AD-4961-949E-3F2972DD2753}" dt="2025-09-02T16:57:15.670" v="82" actId="1076"/>
          <ac:picMkLst>
            <pc:docMk/>
            <pc:sldMk cId="3644678726" sldId="344"/>
            <ac:picMk id="7" creationId="{D56EDE1A-E6B3-4E6D-85B0-203286EA4D76}"/>
          </ac:picMkLst>
        </pc:picChg>
        <pc:picChg chg="mod">
          <ac:chgData name="Kagame Fred" userId="63910e53-0d66-466a-91b1-c2053af931ec" providerId="ADAL" clId="{5AB127E8-A8AD-4961-949E-3F2972DD2753}" dt="2025-09-02T16:56:59.005" v="80" actId="14100"/>
          <ac:picMkLst>
            <pc:docMk/>
            <pc:sldMk cId="3644678726" sldId="344"/>
            <ac:picMk id="10" creationId="{EA16F9B4-2B57-4091-AA5D-C8F069C10ADC}"/>
          </ac:picMkLst>
        </pc:picChg>
      </pc:sldChg>
      <pc:sldChg chg="delSp modSp add mod">
        <pc:chgData name="Kagame Fred" userId="63910e53-0d66-466a-91b1-c2053af931ec" providerId="ADAL" clId="{5AB127E8-A8AD-4961-949E-3F2972DD2753}" dt="2025-09-02T16:58:17.318" v="97" actId="1076"/>
        <pc:sldMkLst>
          <pc:docMk/>
          <pc:sldMk cId="418223828" sldId="345"/>
        </pc:sldMkLst>
        <pc:spChg chg="mod">
          <ac:chgData name="Kagame Fred" userId="63910e53-0d66-466a-91b1-c2053af931ec" providerId="ADAL" clId="{5AB127E8-A8AD-4961-949E-3F2972DD2753}" dt="2025-09-02T16:57:38.492" v="87" actId="20577"/>
          <ac:spMkLst>
            <pc:docMk/>
            <pc:sldMk cId="418223828" sldId="345"/>
            <ac:spMk id="2" creationId="{9FB3175E-14CB-48CC-9542-677824EB696A}"/>
          </ac:spMkLst>
        </pc:spChg>
        <pc:spChg chg="mod">
          <ac:chgData name="Kagame Fred" userId="63910e53-0d66-466a-91b1-c2053af931ec" providerId="ADAL" clId="{5AB127E8-A8AD-4961-949E-3F2972DD2753}" dt="2025-09-02T16:58:10.074" v="95" actId="20577"/>
          <ac:spMkLst>
            <pc:docMk/>
            <pc:sldMk cId="418223828" sldId="345"/>
            <ac:spMk id="3" creationId="{E8FDF2E5-8B87-45F3-813A-C9011CA633A7}"/>
          </ac:spMkLst>
        </pc:spChg>
        <pc:spChg chg="mod">
          <ac:chgData name="Kagame Fred" userId="63910e53-0d66-466a-91b1-c2053af931ec" providerId="ADAL" clId="{5AB127E8-A8AD-4961-949E-3F2972DD2753}" dt="2025-09-02T16:58:14.263" v="96" actId="14100"/>
          <ac:spMkLst>
            <pc:docMk/>
            <pc:sldMk cId="418223828" sldId="345"/>
            <ac:spMk id="6" creationId="{A2CB1C6F-21DC-4F3B-9129-A69F375512A2}"/>
          </ac:spMkLst>
        </pc:spChg>
        <pc:picChg chg="mod">
          <ac:chgData name="Kagame Fred" userId="63910e53-0d66-466a-91b1-c2053af931ec" providerId="ADAL" clId="{5AB127E8-A8AD-4961-949E-3F2972DD2753}" dt="2025-09-02T16:58:17.318" v="97" actId="1076"/>
          <ac:picMkLst>
            <pc:docMk/>
            <pc:sldMk cId="418223828" sldId="345"/>
            <ac:picMk id="5" creationId="{653D6E7D-3FCA-438B-B9D5-055A72F53134}"/>
          </ac:picMkLst>
        </pc:picChg>
      </pc:sldChg>
      <pc:sldChg chg="delSp modSp add mod">
        <pc:chgData name="Kagame Fred" userId="63910e53-0d66-466a-91b1-c2053af931ec" providerId="ADAL" clId="{5AB127E8-A8AD-4961-949E-3F2972DD2753}" dt="2025-09-02T16:59:12.910" v="112" actId="403"/>
        <pc:sldMkLst>
          <pc:docMk/>
          <pc:sldMk cId="2512203019" sldId="346"/>
        </pc:sldMkLst>
        <pc:spChg chg="mod">
          <ac:chgData name="Kagame Fred" userId="63910e53-0d66-466a-91b1-c2053af931ec" providerId="ADAL" clId="{5AB127E8-A8AD-4961-949E-3F2972DD2753}" dt="2025-09-02T16:58:53.637" v="109" actId="403"/>
          <ac:spMkLst>
            <pc:docMk/>
            <pc:sldMk cId="2512203019" sldId="346"/>
            <ac:spMk id="2" creationId="{9FB3175E-14CB-48CC-9542-677824EB696A}"/>
          </ac:spMkLst>
        </pc:spChg>
        <pc:spChg chg="mod">
          <ac:chgData name="Kagame Fred" userId="63910e53-0d66-466a-91b1-c2053af931ec" providerId="ADAL" clId="{5AB127E8-A8AD-4961-949E-3F2972DD2753}" dt="2025-09-02T16:59:12.910" v="112" actId="403"/>
          <ac:spMkLst>
            <pc:docMk/>
            <pc:sldMk cId="2512203019" sldId="346"/>
            <ac:spMk id="3" creationId="{E8FDF2E5-8B87-45F3-813A-C9011CA633A7}"/>
          </ac:spMkLst>
        </pc:spChg>
      </pc:sldChg>
      <pc:sldChg chg="delSp modSp add mod">
        <pc:chgData name="Kagame Fred" userId="63910e53-0d66-466a-91b1-c2053af931ec" providerId="ADAL" clId="{5AB127E8-A8AD-4961-949E-3F2972DD2753}" dt="2025-09-02T17:02:29.304" v="145" actId="478"/>
        <pc:sldMkLst>
          <pc:docMk/>
          <pc:sldMk cId="1476825996" sldId="347"/>
        </pc:sldMkLst>
        <pc:spChg chg="mod">
          <ac:chgData name="Kagame Fred" userId="63910e53-0d66-466a-91b1-c2053af931ec" providerId="ADAL" clId="{5AB127E8-A8AD-4961-949E-3F2972DD2753}" dt="2025-09-02T17:02:17.246" v="144" actId="207"/>
          <ac:spMkLst>
            <pc:docMk/>
            <pc:sldMk cId="1476825996" sldId="347"/>
            <ac:spMk id="3" creationId="{E8FDF2E5-8B87-45F3-813A-C9011CA633A7}"/>
          </ac:spMkLst>
        </pc:spChg>
        <pc:picChg chg="mod">
          <ac:chgData name="Kagame Fred" userId="63910e53-0d66-466a-91b1-c2053af931ec" providerId="ADAL" clId="{5AB127E8-A8AD-4961-949E-3F2972DD2753}" dt="2025-09-02T17:02:09.802" v="142" actId="1076"/>
          <ac:picMkLst>
            <pc:docMk/>
            <pc:sldMk cId="1476825996" sldId="347"/>
            <ac:picMk id="8" creationId="{F8468100-7AEA-435D-97B4-5513BCFE4E5E}"/>
          </ac:picMkLst>
        </pc:picChg>
      </pc:sldChg>
      <pc:sldChg chg="delSp modSp add mod">
        <pc:chgData name="Kagame Fred" userId="63910e53-0d66-466a-91b1-c2053af931ec" providerId="ADAL" clId="{5AB127E8-A8AD-4961-949E-3F2972DD2753}" dt="2025-09-02T17:00:29.868" v="119" actId="403"/>
        <pc:sldMkLst>
          <pc:docMk/>
          <pc:sldMk cId="1169718350" sldId="348"/>
        </pc:sldMkLst>
        <pc:spChg chg="mod">
          <ac:chgData name="Kagame Fred" userId="63910e53-0d66-466a-91b1-c2053af931ec" providerId="ADAL" clId="{5AB127E8-A8AD-4961-949E-3F2972DD2753}" dt="2025-09-02T17:00:29.868" v="119" actId="403"/>
          <ac:spMkLst>
            <pc:docMk/>
            <pc:sldMk cId="1169718350" sldId="348"/>
            <ac:spMk id="3" creationId="{E8FDF2E5-8B87-45F3-813A-C9011CA633A7}"/>
          </ac:spMkLst>
        </pc:spChg>
        <pc:picChg chg="mod">
          <ac:chgData name="Kagame Fred" userId="63910e53-0d66-466a-91b1-c2053af931ec" providerId="ADAL" clId="{5AB127E8-A8AD-4961-949E-3F2972DD2753}" dt="2025-09-02T17:00:23.812" v="118" actId="14100"/>
          <ac:picMkLst>
            <pc:docMk/>
            <pc:sldMk cId="1169718350" sldId="348"/>
            <ac:picMk id="11" creationId="{2EAEAF04-8291-40D6-9643-EE231B2AD58F}"/>
          </ac:picMkLst>
        </pc:picChg>
      </pc:sldChg>
      <pc:sldChg chg="delSp modSp add mod">
        <pc:chgData name="Kagame Fred" userId="63910e53-0d66-466a-91b1-c2053af931ec" providerId="ADAL" clId="{5AB127E8-A8AD-4961-949E-3F2972DD2753}" dt="2025-09-07T09:41:10.490" v="320" actId="20577"/>
        <pc:sldMkLst>
          <pc:docMk/>
          <pc:sldMk cId="1710799863" sldId="349"/>
        </pc:sldMkLst>
        <pc:spChg chg="mod">
          <ac:chgData name="Kagame Fred" userId="63910e53-0d66-466a-91b1-c2053af931ec" providerId="ADAL" clId="{5AB127E8-A8AD-4961-949E-3F2972DD2753}" dt="2025-09-07T09:41:10.490" v="320" actId="20577"/>
          <ac:spMkLst>
            <pc:docMk/>
            <pc:sldMk cId="1710799863" sldId="349"/>
            <ac:spMk id="2" creationId="{9FB3175E-14CB-48CC-9542-677824EB696A}"/>
          </ac:spMkLst>
        </pc:spChg>
        <pc:spChg chg="mod">
          <ac:chgData name="Kagame Fred" userId="63910e53-0d66-466a-91b1-c2053af931ec" providerId="ADAL" clId="{5AB127E8-A8AD-4961-949E-3F2972DD2753}" dt="2025-09-02T17:03:30.596" v="155" actId="255"/>
          <ac:spMkLst>
            <pc:docMk/>
            <pc:sldMk cId="1710799863" sldId="349"/>
            <ac:spMk id="3" creationId="{E8FDF2E5-8B87-45F3-813A-C9011CA633A7}"/>
          </ac:spMkLst>
        </pc:spChg>
        <pc:picChg chg="mod">
          <ac:chgData name="Kagame Fred" userId="63910e53-0d66-466a-91b1-c2053af931ec" providerId="ADAL" clId="{5AB127E8-A8AD-4961-949E-3F2972DD2753}" dt="2025-09-02T17:03:15.693" v="149" actId="1076"/>
          <ac:picMkLst>
            <pc:docMk/>
            <pc:sldMk cId="1710799863" sldId="349"/>
            <ac:picMk id="4" creationId="{0D06B793-C65D-4B26-A2C2-DEB70C64BE3F}"/>
          </ac:picMkLst>
        </pc:picChg>
        <pc:picChg chg="mod">
          <ac:chgData name="Kagame Fred" userId="63910e53-0d66-466a-91b1-c2053af931ec" providerId="ADAL" clId="{5AB127E8-A8AD-4961-949E-3F2972DD2753}" dt="2025-09-02T17:03:34.016" v="156" actId="1076"/>
          <ac:picMkLst>
            <pc:docMk/>
            <pc:sldMk cId="1710799863" sldId="349"/>
            <ac:picMk id="9" creationId="{D35F8F22-0B26-4D2D-90F4-9B163D687E91}"/>
          </ac:picMkLst>
        </pc:picChg>
        <pc:picChg chg="mod">
          <ac:chgData name="Kagame Fred" userId="63910e53-0d66-466a-91b1-c2053af931ec" providerId="ADAL" clId="{5AB127E8-A8AD-4961-949E-3F2972DD2753}" dt="2025-09-02T17:03:36.938" v="157" actId="14100"/>
          <ac:picMkLst>
            <pc:docMk/>
            <pc:sldMk cId="1710799863" sldId="349"/>
            <ac:picMk id="10" creationId="{00CB079D-A5B5-4CBC-86AA-7851E4703BE0}"/>
          </ac:picMkLst>
        </pc:picChg>
      </pc:sldChg>
      <pc:sldChg chg="delSp modSp add mod">
        <pc:chgData name="Kagame Fred" userId="63910e53-0d66-466a-91b1-c2053af931ec" providerId="ADAL" clId="{5AB127E8-A8AD-4961-949E-3F2972DD2753}" dt="2025-09-07T08:54:14.844" v="314" actId="1076"/>
        <pc:sldMkLst>
          <pc:docMk/>
          <pc:sldMk cId="1897780188" sldId="350"/>
        </pc:sldMkLst>
        <pc:spChg chg="mod">
          <ac:chgData name="Kagame Fred" userId="63910e53-0d66-466a-91b1-c2053af931ec" providerId="ADAL" clId="{5AB127E8-A8AD-4961-949E-3F2972DD2753}" dt="2025-09-02T17:07:55.986" v="191" actId="6549"/>
          <ac:spMkLst>
            <pc:docMk/>
            <pc:sldMk cId="1897780188" sldId="350"/>
            <ac:spMk id="3" creationId="{E8FDF2E5-8B87-45F3-813A-C9011CA633A7}"/>
          </ac:spMkLst>
        </pc:spChg>
        <pc:picChg chg="mod">
          <ac:chgData name="Kagame Fred" userId="63910e53-0d66-466a-91b1-c2053af931ec" providerId="ADAL" clId="{5AB127E8-A8AD-4961-949E-3F2972DD2753}" dt="2025-09-07T08:54:14.844" v="314" actId="1076"/>
          <ac:picMkLst>
            <pc:docMk/>
            <pc:sldMk cId="1897780188" sldId="350"/>
            <ac:picMk id="6" creationId="{7EAE8F3C-DCF0-4BDC-95F2-E108394CD75A}"/>
          </ac:picMkLst>
        </pc:picChg>
      </pc:sldChg>
      <pc:sldChg chg="add del">
        <pc:chgData name="Kagame Fred" userId="63910e53-0d66-466a-91b1-c2053af931ec" providerId="ADAL" clId="{5AB127E8-A8AD-4961-949E-3F2972DD2753}" dt="2025-09-02T17:09:00.360" v="194" actId="47"/>
        <pc:sldMkLst>
          <pc:docMk/>
          <pc:sldMk cId="1729419462" sldId="351"/>
        </pc:sldMkLst>
      </pc:sldChg>
      <pc:sldChg chg="add del">
        <pc:chgData name="Kagame Fred" userId="63910e53-0d66-466a-91b1-c2053af931ec" providerId="ADAL" clId="{5AB127E8-A8AD-4961-949E-3F2972DD2753}" dt="2025-09-02T17:09:02.450" v="195" actId="47"/>
        <pc:sldMkLst>
          <pc:docMk/>
          <pc:sldMk cId="2024062496" sldId="352"/>
        </pc:sldMkLst>
      </pc:sldChg>
      <pc:sldChg chg="add del">
        <pc:chgData name="Kagame Fred" userId="63910e53-0d66-466a-91b1-c2053af931ec" providerId="ADAL" clId="{5AB127E8-A8AD-4961-949E-3F2972DD2753}" dt="2025-09-02T17:09:06" v="196" actId="47"/>
        <pc:sldMkLst>
          <pc:docMk/>
          <pc:sldMk cId="1277945853" sldId="353"/>
        </pc:sldMkLst>
      </pc:sldChg>
      <pc:sldChg chg="modSp add del mod">
        <pc:chgData name="Kagame Fred" userId="63910e53-0d66-466a-91b1-c2053af931ec" providerId="ADAL" clId="{5AB127E8-A8AD-4961-949E-3F2972DD2753}" dt="2025-09-02T17:09:08.350" v="197" actId="47"/>
        <pc:sldMkLst>
          <pc:docMk/>
          <pc:sldMk cId="473637011" sldId="354"/>
        </pc:sldMkLst>
      </pc:sldChg>
      <pc:sldChg chg="add del">
        <pc:chgData name="Kagame Fred" userId="63910e53-0d66-466a-91b1-c2053af931ec" providerId="ADAL" clId="{5AB127E8-A8AD-4961-949E-3F2972DD2753}" dt="2025-09-02T17:09:09.430" v="198" actId="47"/>
        <pc:sldMkLst>
          <pc:docMk/>
          <pc:sldMk cId="1174398320" sldId="355"/>
        </pc:sldMkLst>
      </pc:sldChg>
      <pc:sldChg chg="add del">
        <pc:chgData name="Kagame Fred" userId="63910e53-0d66-466a-91b1-c2053af931ec" providerId="ADAL" clId="{5AB127E8-A8AD-4961-949E-3F2972DD2753}" dt="2025-09-02T17:09:10.140" v="199" actId="47"/>
        <pc:sldMkLst>
          <pc:docMk/>
          <pc:sldMk cId="2013522937" sldId="356"/>
        </pc:sldMkLst>
      </pc:sldChg>
      <pc:sldChg chg="addSp delSp modSp add del mod">
        <pc:chgData name="Kagame Fred" userId="63910e53-0d66-466a-91b1-c2053af931ec" providerId="ADAL" clId="{5AB127E8-A8AD-4961-949E-3F2972DD2753}" dt="2025-09-07T09:41:01.606" v="319" actId="478"/>
        <pc:sldMkLst>
          <pc:docMk/>
          <pc:sldMk cId="3937718437" sldId="357"/>
        </pc:sldMkLst>
        <pc:spChg chg="del mod">
          <ac:chgData name="Kagame Fred" userId="63910e53-0d66-466a-91b1-c2053af931ec" providerId="ADAL" clId="{5AB127E8-A8AD-4961-949E-3F2972DD2753}" dt="2025-09-07T09:40:42.800" v="316" actId="478"/>
          <ac:spMkLst>
            <pc:docMk/>
            <pc:sldMk cId="3937718437" sldId="357"/>
            <ac:spMk id="2" creationId="{9FB3175E-14CB-48CC-9542-677824EB696A}"/>
          </ac:spMkLst>
        </pc:spChg>
        <pc:spChg chg="mod">
          <ac:chgData name="Kagame Fred" userId="63910e53-0d66-466a-91b1-c2053af931ec" providerId="ADAL" clId="{5AB127E8-A8AD-4961-949E-3F2972DD2753}" dt="2025-09-02T17:10:08.165" v="214" actId="113"/>
          <ac:spMkLst>
            <pc:docMk/>
            <pc:sldMk cId="3937718437" sldId="357"/>
            <ac:spMk id="3" creationId="{E8FDF2E5-8B87-45F3-813A-C9011CA633A7}"/>
          </ac:spMkLst>
        </pc:spChg>
        <pc:spChg chg="add del mod">
          <ac:chgData name="Kagame Fred" userId="63910e53-0d66-466a-91b1-c2053af931ec" providerId="ADAL" clId="{5AB127E8-A8AD-4961-949E-3F2972DD2753}" dt="2025-09-07T09:41:01.606" v="319" actId="478"/>
          <ac:spMkLst>
            <pc:docMk/>
            <pc:sldMk cId="3937718437" sldId="357"/>
            <ac:spMk id="5" creationId="{7255BCCE-35B6-D72F-21DC-761AB400A76E}"/>
          </ac:spMkLst>
        </pc:spChg>
        <pc:picChg chg="mod">
          <ac:chgData name="Kagame Fred" userId="63910e53-0d66-466a-91b1-c2053af931ec" providerId="ADAL" clId="{5AB127E8-A8AD-4961-949E-3F2972DD2753}" dt="2025-09-02T17:09:53.778" v="213" actId="1076"/>
          <ac:picMkLst>
            <pc:docMk/>
            <pc:sldMk cId="3937718437" sldId="357"/>
            <ac:picMk id="6" creationId="{CA4EC144-203A-4B31-AE6A-8BB954F81E85}"/>
          </ac:picMkLst>
        </pc:picChg>
      </pc:sldChg>
      <pc:sldChg chg="delSp modSp add mod">
        <pc:chgData name="Kagame Fred" userId="63910e53-0d66-466a-91b1-c2053af931ec" providerId="ADAL" clId="{5AB127E8-A8AD-4961-949E-3F2972DD2753}" dt="2025-09-02T17:12:35.765" v="255" actId="1036"/>
        <pc:sldMkLst>
          <pc:docMk/>
          <pc:sldMk cId="2082657212" sldId="358"/>
        </pc:sldMkLst>
        <pc:spChg chg="mod">
          <ac:chgData name="Kagame Fred" userId="63910e53-0d66-466a-91b1-c2053af931ec" providerId="ADAL" clId="{5AB127E8-A8AD-4961-949E-3F2972DD2753}" dt="2025-09-02T17:12:10.567" v="253" actId="14100"/>
          <ac:spMkLst>
            <pc:docMk/>
            <pc:sldMk cId="2082657212" sldId="358"/>
            <ac:spMk id="3" creationId="{E8FDF2E5-8B87-45F3-813A-C9011CA633A7}"/>
          </ac:spMkLst>
        </pc:spChg>
        <pc:picChg chg="mod">
          <ac:chgData name="Kagame Fred" userId="63910e53-0d66-466a-91b1-c2053af931ec" providerId="ADAL" clId="{5AB127E8-A8AD-4961-949E-3F2972DD2753}" dt="2025-09-02T17:11:59.890" v="251" actId="1076"/>
          <ac:picMkLst>
            <pc:docMk/>
            <pc:sldMk cId="2082657212" sldId="358"/>
            <ac:picMk id="6" creationId="{80F702C7-7B8F-49AA-8E69-6A25E1DDCEB6}"/>
          </ac:picMkLst>
        </pc:picChg>
        <pc:picChg chg="mod">
          <ac:chgData name="Kagame Fred" userId="63910e53-0d66-466a-91b1-c2053af931ec" providerId="ADAL" clId="{5AB127E8-A8AD-4961-949E-3F2972DD2753}" dt="2025-09-02T17:11:16.589" v="236" actId="14100"/>
          <ac:picMkLst>
            <pc:docMk/>
            <pc:sldMk cId="2082657212" sldId="358"/>
            <ac:picMk id="9" creationId="{8B71F564-8F04-4013-B6AE-960FA50BA596}"/>
          </ac:picMkLst>
        </pc:picChg>
        <pc:picChg chg="mod">
          <ac:chgData name="Kagame Fred" userId="63910e53-0d66-466a-91b1-c2053af931ec" providerId="ADAL" clId="{5AB127E8-A8AD-4961-949E-3F2972DD2753}" dt="2025-09-02T17:12:35.765" v="255" actId="1036"/>
          <ac:picMkLst>
            <pc:docMk/>
            <pc:sldMk cId="2082657212" sldId="358"/>
            <ac:picMk id="11" creationId="{5A712ADB-DB6A-4FA1-AEC5-30EEC940B238}"/>
          </ac:picMkLst>
        </pc:picChg>
        <pc:picChg chg="mod">
          <ac:chgData name="Kagame Fred" userId="63910e53-0d66-466a-91b1-c2053af931ec" providerId="ADAL" clId="{5AB127E8-A8AD-4961-949E-3F2972DD2753}" dt="2025-09-02T17:12:15.375" v="254" actId="1076"/>
          <ac:picMkLst>
            <pc:docMk/>
            <pc:sldMk cId="2082657212" sldId="358"/>
            <ac:picMk id="13" creationId="{B8D97607-DB14-4A67-A322-10EFD1E3AB2D}"/>
          </ac:picMkLst>
        </pc:picChg>
      </pc:sldChg>
      <pc:sldChg chg="delSp modSp add mod">
        <pc:chgData name="Kagame Fred" userId="63910e53-0d66-466a-91b1-c2053af931ec" providerId="ADAL" clId="{5AB127E8-A8AD-4961-949E-3F2972DD2753}" dt="2025-09-02T17:10:54.236" v="226" actId="478"/>
        <pc:sldMkLst>
          <pc:docMk/>
          <pc:sldMk cId="2818707998" sldId="359"/>
        </pc:sldMkLst>
        <pc:spChg chg="mod">
          <ac:chgData name="Kagame Fred" userId="63910e53-0d66-466a-91b1-c2053af931ec" providerId="ADAL" clId="{5AB127E8-A8AD-4961-949E-3F2972DD2753}" dt="2025-09-02T17:10:42.882" v="222" actId="6549"/>
          <ac:spMkLst>
            <pc:docMk/>
            <pc:sldMk cId="2818707998" sldId="359"/>
            <ac:spMk id="3" creationId="{E8FDF2E5-8B87-45F3-813A-C9011CA633A7}"/>
          </ac:spMkLst>
        </pc:spChg>
        <pc:picChg chg="mod">
          <ac:chgData name="Kagame Fred" userId="63910e53-0d66-466a-91b1-c2053af931ec" providerId="ADAL" clId="{5AB127E8-A8AD-4961-949E-3F2972DD2753}" dt="2025-09-02T17:10:38.944" v="220" actId="1076"/>
          <ac:picMkLst>
            <pc:docMk/>
            <pc:sldMk cId="2818707998" sldId="359"/>
            <ac:picMk id="6" creationId="{80F702C7-7B8F-49AA-8E69-6A25E1DDCEB6}"/>
          </ac:picMkLst>
        </pc:picChg>
        <pc:picChg chg="mod">
          <ac:chgData name="Kagame Fred" userId="63910e53-0d66-466a-91b1-c2053af931ec" providerId="ADAL" clId="{5AB127E8-A8AD-4961-949E-3F2972DD2753}" dt="2025-09-02T17:10:37.436" v="219" actId="1076"/>
          <ac:picMkLst>
            <pc:docMk/>
            <pc:sldMk cId="2818707998" sldId="359"/>
            <ac:picMk id="7" creationId="{F214E224-1E5A-4A1E-A9E6-C465A2A8640D}"/>
          </ac:picMkLst>
        </pc:picChg>
        <pc:picChg chg="mod">
          <ac:chgData name="Kagame Fred" userId="63910e53-0d66-466a-91b1-c2053af931ec" providerId="ADAL" clId="{5AB127E8-A8AD-4961-949E-3F2972DD2753}" dt="2025-09-02T17:10:47.394" v="223" actId="1076"/>
          <ac:picMkLst>
            <pc:docMk/>
            <pc:sldMk cId="2818707998" sldId="359"/>
            <ac:picMk id="10" creationId="{E5719CDE-1CA0-4E9A-9788-D3B71E55DD93}"/>
          </ac:picMkLst>
        </pc:picChg>
        <pc:picChg chg="mod">
          <ac:chgData name="Kagame Fred" userId="63910e53-0d66-466a-91b1-c2053af931ec" providerId="ADAL" clId="{5AB127E8-A8AD-4961-949E-3F2972DD2753}" dt="2025-09-02T17:10:48.771" v="224" actId="1076"/>
          <ac:picMkLst>
            <pc:docMk/>
            <pc:sldMk cId="2818707998" sldId="359"/>
            <ac:picMk id="14" creationId="{0357EE75-D824-46AF-83C1-F62914316713}"/>
          </ac:picMkLst>
        </pc:picChg>
      </pc:sldChg>
      <pc:sldChg chg="delSp modSp add mod">
        <pc:chgData name="Kagame Fred" userId="63910e53-0d66-466a-91b1-c2053af931ec" providerId="ADAL" clId="{5AB127E8-A8AD-4961-949E-3F2972DD2753}" dt="2025-09-02T17:13:54.446" v="273" actId="14100"/>
        <pc:sldMkLst>
          <pc:docMk/>
          <pc:sldMk cId="3347130320" sldId="360"/>
        </pc:sldMkLst>
        <pc:spChg chg="mod">
          <ac:chgData name="Kagame Fred" userId="63910e53-0d66-466a-91b1-c2053af931ec" providerId="ADAL" clId="{5AB127E8-A8AD-4961-949E-3F2972DD2753}" dt="2025-09-02T16:51:16.387" v="21" actId="27636"/>
          <ac:spMkLst>
            <pc:docMk/>
            <pc:sldMk cId="3347130320" sldId="360"/>
            <ac:spMk id="2" creationId="{9FB3175E-14CB-48CC-9542-677824EB696A}"/>
          </ac:spMkLst>
        </pc:spChg>
        <pc:spChg chg="mod">
          <ac:chgData name="Kagame Fred" userId="63910e53-0d66-466a-91b1-c2053af931ec" providerId="ADAL" clId="{5AB127E8-A8AD-4961-949E-3F2972DD2753}" dt="2025-09-02T17:13:54.446" v="273" actId="14100"/>
          <ac:spMkLst>
            <pc:docMk/>
            <pc:sldMk cId="3347130320" sldId="360"/>
            <ac:spMk id="3" creationId="{E8FDF2E5-8B87-45F3-813A-C9011CA633A7}"/>
          </ac:spMkLst>
        </pc:spChg>
      </pc:sldChg>
      <pc:sldChg chg="add del">
        <pc:chgData name="Kagame Fred" userId="63910e53-0d66-466a-91b1-c2053af931ec" providerId="ADAL" clId="{5AB127E8-A8AD-4961-949E-3F2972DD2753}" dt="2025-09-02T17:14:52.861" v="280" actId="47"/>
        <pc:sldMkLst>
          <pc:docMk/>
          <pc:sldMk cId="3939470230" sldId="361"/>
        </pc:sldMkLst>
      </pc:sldChg>
      <pc:sldChg chg="addSp delSp modSp add mod">
        <pc:chgData name="Kagame Fred" userId="63910e53-0d66-466a-91b1-c2053af931ec" providerId="ADAL" clId="{5AB127E8-A8AD-4961-949E-3F2972DD2753}" dt="2025-09-07T09:41:39.269" v="323" actId="478"/>
        <pc:sldMkLst>
          <pc:docMk/>
          <pc:sldMk cId="2103699670" sldId="362"/>
        </pc:sldMkLst>
        <pc:spChg chg="del mod">
          <ac:chgData name="Kagame Fred" userId="63910e53-0d66-466a-91b1-c2053af931ec" providerId="ADAL" clId="{5AB127E8-A8AD-4961-949E-3F2972DD2753}" dt="2025-09-07T09:41:32.466" v="322" actId="478"/>
          <ac:spMkLst>
            <pc:docMk/>
            <pc:sldMk cId="2103699670" sldId="362"/>
            <ac:spMk id="2" creationId="{9FB3175E-14CB-48CC-9542-677824EB696A}"/>
          </ac:spMkLst>
        </pc:spChg>
        <pc:spChg chg="mod">
          <ac:chgData name="Kagame Fred" userId="63910e53-0d66-466a-91b1-c2053af931ec" providerId="ADAL" clId="{5AB127E8-A8AD-4961-949E-3F2972DD2753}" dt="2025-09-02T17:06:01.593" v="171" actId="403"/>
          <ac:spMkLst>
            <pc:docMk/>
            <pc:sldMk cId="2103699670" sldId="362"/>
            <ac:spMk id="3" creationId="{E8FDF2E5-8B87-45F3-813A-C9011CA633A7}"/>
          </ac:spMkLst>
        </pc:spChg>
        <pc:spChg chg="add del mod">
          <ac:chgData name="Kagame Fred" userId="63910e53-0d66-466a-91b1-c2053af931ec" providerId="ADAL" clId="{5AB127E8-A8AD-4961-949E-3F2972DD2753}" dt="2025-09-07T09:41:39.269" v="323" actId="478"/>
          <ac:spMkLst>
            <pc:docMk/>
            <pc:sldMk cId="2103699670" sldId="362"/>
            <ac:spMk id="5" creationId="{9D42F45D-06A9-226F-81E3-415D258B0479}"/>
          </ac:spMkLst>
        </pc:spChg>
        <pc:picChg chg="mod">
          <ac:chgData name="Kagame Fred" userId="63910e53-0d66-466a-91b1-c2053af931ec" providerId="ADAL" clId="{5AB127E8-A8AD-4961-949E-3F2972DD2753}" dt="2025-09-02T17:06:19.365" v="172" actId="1076"/>
          <ac:picMkLst>
            <pc:docMk/>
            <pc:sldMk cId="2103699670" sldId="362"/>
            <ac:picMk id="6" creationId="{01E7ADB0-0099-4A29-85D5-457712D70112}"/>
          </ac:picMkLst>
        </pc:picChg>
      </pc:sldChg>
      <pc:sldChg chg="delSp modSp add mod">
        <pc:chgData name="Kagame Fred" userId="63910e53-0d66-466a-91b1-c2053af931ec" providerId="ADAL" clId="{5AB127E8-A8AD-4961-949E-3F2972DD2753}" dt="2025-09-02T17:13:23.859" v="266" actId="14100"/>
        <pc:sldMkLst>
          <pc:docMk/>
          <pc:sldMk cId="973347833" sldId="363"/>
        </pc:sldMkLst>
        <pc:spChg chg="mod">
          <ac:chgData name="Kagame Fred" userId="63910e53-0d66-466a-91b1-c2053af931ec" providerId="ADAL" clId="{5AB127E8-A8AD-4961-949E-3F2972DD2753}" dt="2025-09-02T17:13:23.859" v="266" actId="14100"/>
          <ac:spMkLst>
            <pc:docMk/>
            <pc:sldMk cId="973347833" sldId="363"/>
            <ac:spMk id="3" creationId="{E8FDF2E5-8B87-45F3-813A-C9011CA633A7}"/>
          </ac:spMkLst>
        </pc:spChg>
        <pc:picChg chg="mod">
          <ac:chgData name="Kagame Fred" userId="63910e53-0d66-466a-91b1-c2053af931ec" providerId="ADAL" clId="{5AB127E8-A8AD-4961-949E-3F2972DD2753}" dt="2025-09-02T17:13:13.395" v="264" actId="1076"/>
          <ac:picMkLst>
            <pc:docMk/>
            <pc:sldMk cId="973347833" sldId="363"/>
            <ac:picMk id="6" creationId="{80F702C7-7B8F-49AA-8E69-6A25E1DDCEB6}"/>
          </ac:picMkLst>
        </pc:picChg>
      </pc:sldChg>
      <pc:sldChg chg="add del">
        <pc:chgData name="Kagame Fred" userId="63910e53-0d66-466a-91b1-c2053af931ec" providerId="ADAL" clId="{5AB127E8-A8AD-4961-949E-3F2972DD2753}" dt="2025-09-02T17:14:51.103" v="279" actId="47"/>
        <pc:sldMkLst>
          <pc:docMk/>
          <pc:sldMk cId="1946246363" sldId="365"/>
        </pc:sldMkLst>
      </pc:sldChg>
      <pc:sldChg chg="add del">
        <pc:chgData name="Kagame Fred" userId="63910e53-0d66-466a-91b1-c2053af931ec" providerId="ADAL" clId="{5AB127E8-A8AD-4961-949E-3F2972DD2753}" dt="2025-09-02T17:13:36.934" v="268" actId="47"/>
        <pc:sldMkLst>
          <pc:docMk/>
          <pc:sldMk cId="1298687453" sldId="366"/>
        </pc:sldMkLst>
      </pc:sldChg>
      <pc:sldChg chg="add del">
        <pc:chgData name="Kagame Fred" userId="63910e53-0d66-466a-91b1-c2053af931ec" providerId="ADAL" clId="{5AB127E8-A8AD-4961-949E-3F2972DD2753}" dt="2025-09-02T17:13:38.690" v="269" actId="47"/>
        <pc:sldMkLst>
          <pc:docMk/>
          <pc:sldMk cId="758313122" sldId="367"/>
        </pc:sldMkLst>
      </pc:sldChg>
      <pc:sldChg chg="add del">
        <pc:chgData name="Kagame Fred" userId="63910e53-0d66-466a-91b1-c2053af931ec" providerId="ADAL" clId="{5AB127E8-A8AD-4961-949E-3F2972DD2753}" dt="2025-09-02T17:13:35.040" v="267" actId="47"/>
        <pc:sldMkLst>
          <pc:docMk/>
          <pc:sldMk cId="1962041477" sldId="368"/>
        </pc:sldMkLst>
      </pc:sldChg>
      <pc:sldChg chg="delSp modSp add del mod">
        <pc:chgData name="Kagame Fred" userId="63910e53-0d66-466a-91b1-c2053af931ec" providerId="ADAL" clId="{5AB127E8-A8AD-4961-949E-3F2972DD2753}" dt="2025-09-02T17:17:32.548" v="296" actId="47"/>
        <pc:sldMkLst>
          <pc:docMk/>
          <pc:sldMk cId="1911032327" sldId="369"/>
        </pc:sldMkLst>
      </pc:sldChg>
      <pc:sldChg chg="add del">
        <pc:chgData name="Kagame Fred" userId="63910e53-0d66-466a-91b1-c2053af931ec" providerId="ADAL" clId="{5AB127E8-A8AD-4961-949E-3F2972DD2753}" dt="2025-09-02T17:18:15.899" v="297" actId="2696"/>
        <pc:sldMkLst>
          <pc:docMk/>
          <pc:sldMk cId="0" sldId="372"/>
        </pc:sldMkLst>
      </pc:sldChg>
      <pc:sldChg chg="add">
        <pc:chgData name="Kagame Fred" userId="63910e53-0d66-466a-91b1-c2053af931ec" providerId="ADAL" clId="{5AB127E8-A8AD-4961-949E-3F2972DD2753}" dt="2025-09-02T17:18:27.823" v="298"/>
        <pc:sldMkLst>
          <pc:docMk/>
          <pc:sldMk cId="466354209" sldId="372"/>
        </pc:sldMkLst>
      </pc:sldChg>
      <pc:sldChg chg="add del">
        <pc:chgData name="Kagame Fred" userId="63910e53-0d66-466a-91b1-c2053af931ec" providerId="ADAL" clId="{5AB127E8-A8AD-4961-949E-3F2972DD2753}" dt="2025-09-02T17:18:15.899" v="297" actId="2696"/>
        <pc:sldMkLst>
          <pc:docMk/>
          <pc:sldMk cId="0" sldId="373"/>
        </pc:sldMkLst>
      </pc:sldChg>
      <pc:sldChg chg="add">
        <pc:chgData name="Kagame Fred" userId="63910e53-0d66-466a-91b1-c2053af931ec" providerId="ADAL" clId="{5AB127E8-A8AD-4961-949E-3F2972DD2753}" dt="2025-09-02T17:18:27.823" v="298"/>
        <pc:sldMkLst>
          <pc:docMk/>
          <pc:sldMk cId="1980512907" sldId="373"/>
        </pc:sldMkLst>
      </pc:sldChg>
      <pc:sldChg chg="add">
        <pc:chgData name="Kagame Fred" userId="63910e53-0d66-466a-91b1-c2053af931ec" providerId="ADAL" clId="{5AB127E8-A8AD-4961-949E-3F2972DD2753}" dt="2025-08-31T09:30:05.667" v="0"/>
        <pc:sldMkLst>
          <pc:docMk/>
          <pc:sldMk cId="0" sldId="374"/>
        </pc:sldMkLst>
      </pc:sldChg>
      <pc:sldChg chg="add">
        <pc:chgData name="Kagame Fred" userId="63910e53-0d66-466a-91b1-c2053af931ec" providerId="ADAL" clId="{5AB127E8-A8AD-4961-949E-3F2972DD2753}" dt="2025-08-31T09:30:05.667" v="0"/>
        <pc:sldMkLst>
          <pc:docMk/>
          <pc:sldMk cId="0" sldId="375"/>
        </pc:sldMkLst>
      </pc:sldChg>
      <pc:sldChg chg="add">
        <pc:chgData name="Kagame Fred" userId="63910e53-0d66-466a-91b1-c2053af931ec" providerId="ADAL" clId="{5AB127E8-A8AD-4961-949E-3F2972DD2753}" dt="2025-08-31T09:30:05.667" v="0"/>
        <pc:sldMkLst>
          <pc:docMk/>
          <pc:sldMk cId="0" sldId="376"/>
        </pc:sldMkLst>
      </pc:sldChg>
      <pc:sldChg chg="add">
        <pc:chgData name="Kagame Fred" userId="63910e53-0d66-466a-91b1-c2053af931ec" providerId="ADAL" clId="{5AB127E8-A8AD-4961-949E-3F2972DD2753}" dt="2025-08-31T09:30:05.667" v="0"/>
        <pc:sldMkLst>
          <pc:docMk/>
          <pc:sldMk cId="0" sldId="377"/>
        </pc:sldMkLst>
      </pc:sldChg>
      <pc:sldChg chg="add">
        <pc:chgData name="Kagame Fred" userId="63910e53-0d66-466a-91b1-c2053af931ec" providerId="ADAL" clId="{5AB127E8-A8AD-4961-949E-3F2972DD2753}" dt="2025-08-31T09:30:05.667" v="0"/>
        <pc:sldMkLst>
          <pc:docMk/>
          <pc:sldMk cId="0" sldId="378"/>
        </pc:sldMkLst>
      </pc:sldChg>
      <pc:sldChg chg="add del">
        <pc:chgData name="Kagame Fred" userId="63910e53-0d66-466a-91b1-c2053af931ec" providerId="ADAL" clId="{5AB127E8-A8AD-4961-949E-3F2972DD2753}" dt="2025-09-02T17:18:15.899" v="297" actId="2696"/>
        <pc:sldMkLst>
          <pc:docMk/>
          <pc:sldMk cId="0" sldId="421"/>
        </pc:sldMkLst>
      </pc:sldChg>
      <pc:sldChg chg="add">
        <pc:chgData name="Kagame Fred" userId="63910e53-0d66-466a-91b1-c2053af931ec" providerId="ADAL" clId="{5AB127E8-A8AD-4961-949E-3F2972DD2753}" dt="2025-09-02T17:18:27.823" v="298"/>
        <pc:sldMkLst>
          <pc:docMk/>
          <pc:sldMk cId="3034873582" sldId="421"/>
        </pc:sldMkLst>
      </pc:sldChg>
      <pc:sldChg chg="add">
        <pc:chgData name="Kagame Fred" userId="63910e53-0d66-466a-91b1-c2053af931ec" providerId="ADAL" clId="{5AB127E8-A8AD-4961-949E-3F2972DD2753}" dt="2025-08-31T09:30:05.667" v="0"/>
        <pc:sldMkLst>
          <pc:docMk/>
          <pc:sldMk cId="4127394506" sldId="448"/>
        </pc:sldMkLst>
      </pc:sldChg>
      <pc:sldChg chg="add">
        <pc:chgData name="Kagame Fred" userId="63910e53-0d66-466a-91b1-c2053af931ec" providerId="ADAL" clId="{5AB127E8-A8AD-4961-949E-3F2972DD2753}" dt="2025-09-02T17:18:27.823" v="298"/>
        <pc:sldMkLst>
          <pc:docMk/>
          <pc:sldMk cId="57215221" sldId="449"/>
        </pc:sldMkLst>
      </pc:sldChg>
      <pc:sldChg chg="add del">
        <pc:chgData name="Kagame Fred" userId="63910e53-0d66-466a-91b1-c2053af931ec" providerId="ADAL" clId="{5AB127E8-A8AD-4961-949E-3F2972DD2753}" dt="2025-09-02T17:18:15.899" v="297" actId="2696"/>
        <pc:sldMkLst>
          <pc:docMk/>
          <pc:sldMk cId="2071466923" sldId="449"/>
        </pc:sldMkLst>
      </pc:sldChg>
      <pc:sldChg chg="add">
        <pc:chgData name="Kagame Fred" userId="63910e53-0d66-466a-91b1-c2053af931ec" providerId="ADAL" clId="{5AB127E8-A8AD-4961-949E-3F2972DD2753}" dt="2025-09-02T17:18:27.823" v="298"/>
        <pc:sldMkLst>
          <pc:docMk/>
          <pc:sldMk cId="1497161083" sldId="450"/>
        </pc:sldMkLst>
      </pc:sldChg>
      <pc:sldChg chg="add del">
        <pc:chgData name="Kagame Fred" userId="63910e53-0d66-466a-91b1-c2053af931ec" providerId="ADAL" clId="{5AB127E8-A8AD-4961-949E-3F2972DD2753}" dt="2025-09-02T17:18:15.899" v="297" actId="2696"/>
        <pc:sldMkLst>
          <pc:docMk/>
          <pc:sldMk cId="4218372479" sldId="450"/>
        </pc:sldMkLst>
      </pc:sldChg>
      <pc:sldChg chg="add">
        <pc:chgData name="Kagame Fred" userId="63910e53-0d66-466a-91b1-c2053af931ec" providerId="ADAL" clId="{5AB127E8-A8AD-4961-949E-3F2972DD2753}" dt="2025-09-02T17:18:27.823" v="298"/>
        <pc:sldMkLst>
          <pc:docMk/>
          <pc:sldMk cId="279934569" sldId="452"/>
        </pc:sldMkLst>
      </pc:sldChg>
      <pc:sldChg chg="add del">
        <pc:chgData name="Kagame Fred" userId="63910e53-0d66-466a-91b1-c2053af931ec" providerId="ADAL" clId="{5AB127E8-A8AD-4961-949E-3F2972DD2753}" dt="2025-09-02T17:18:15.899" v="297" actId="2696"/>
        <pc:sldMkLst>
          <pc:docMk/>
          <pc:sldMk cId="445367398" sldId="452"/>
        </pc:sldMkLst>
      </pc:sldChg>
      <pc:sldChg chg="modSp add mod">
        <pc:chgData name="Kagame Fred" userId="63910e53-0d66-466a-91b1-c2053af931ec" providerId="ADAL" clId="{5AB127E8-A8AD-4961-949E-3F2972DD2753}" dt="2025-09-07T10:57:53.858" v="324" actId="1076"/>
        <pc:sldMkLst>
          <pc:docMk/>
          <pc:sldMk cId="3191318715" sldId="453"/>
        </pc:sldMkLst>
        <pc:spChg chg="mod">
          <ac:chgData name="Kagame Fred" userId="63910e53-0d66-466a-91b1-c2053af931ec" providerId="ADAL" clId="{5AB127E8-A8AD-4961-949E-3F2972DD2753}" dt="2025-09-07T10:57:53.858" v="324" actId="1076"/>
          <ac:spMkLst>
            <pc:docMk/>
            <pc:sldMk cId="3191318715" sldId="453"/>
            <ac:spMk id="6" creationId="{DEFB2863-21CE-46CC-E99D-0416A358977E}"/>
          </ac:spMkLst>
        </pc:spChg>
      </pc:sldChg>
      <pc:sldChg chg="add">
        <pc:chgData name="Kagame Fred" userId="63910e53-0d66-466a-91b1-c2053af931ec" providerId="ADAL" clId="{5AB127E8-A8AD-4961-949E-3F2972DD2753}" dt="2025-08-31T09:30:05.667" v="0"/>
        <pc:sldMkLst>
          <pc:docMk/>
          <pc:sldMk cId="966365494" sldId="454"/>
        </pc:sldMkLst>
      </pc:sldChg>
      <pc:sldChg chg="add">
        <pc:chgData name="Kagame Fred" userId="63910e53-0d66-466a-91b1-c2053af931ec" providerId="ADAL" clId="{5AB127E8-A8AD-4961-949E-3F2972DD2753}" dt="2025-08-31T09:30:05.667" v="0"/>
        <pc:sldMkLst>
          <pc:docMk/>
          <pc:sldMk cId="3397849033" sldId="455"/>
        </pc:sldMkLst>
      </pc:sldChg>
      <pc:sldChg chg="add">
        <pc:chgData name="Kagame Fred" userId="63910e53-0d66-466a-91b1-c2053af931ec" providerId="ADAL" clId="{5AB127E8-A8AD-4961-949E-3F2972DD2753}" dt="2025-08-31T09:30:05.667" v="0"/>
        <pc:sldMkLst>
          <pc:docMk/>
          <pc:sldMk cId="1740966128" sldId="456"/>
        </pc:sldMkLst>
      </pc:sldChg>
      <pc:sldChg chg="add">
        <pc:chgData name="Kagame Fred" userId="63910e53-0d66-466a-91b1-c2053af931ec" providerId="ADAL" clId="{5AB127E8-A8AD-4961-949E-3F2972DD2753}" dt="2025-08-31T09:30:05.667" v="0"/>
        <pc:sldMkLst>
          <pc:docMk/>
          <pc:sldMk cId="785813224" sldId="457"/>
        </pc:sldMkLst>
      </pc:sldChg>
      <pc:sldChg chg="add">
        <pc:chgData name="Kagame Fred" userId="63910e53-0d66-466a-91b1-c2053af931ec" providerId="ADAL" clId="{5AB127E8-A8AD-4961-949E-3F2972DD2753}" dt="2025-08-31T09:30:05.667" v="0"/>
        <pc:sldMkLst>
          <pc:docMk/>
          <pc:sldMk cId="3692618887" sldId="458"/>
        </pc:sldMkLst>
      </pc:sldChg>
      <pc:sldChg chg="add">
        <pc:chgData name="Kagame Fred" userId="63910e53-0d66-466a-91b1-c2053af931ec" providerId="ADAL" clId="{5AB127E8-A8AD-4961-949E-3F2972DD2753}" dt="2025-08-31T09:30:05.667" v="0"/>
        <pc:sldMkLst>
          <pc:docMk/>
          <pc:sldMk cId="3828331394" sldId="459"/>
        </pc:sldMkLst>
      </pc:sldChg>
      <pc:sldChg chg="add del">
        <pc:chgData name="Kagame Fred" userId="63910e53-0d66-466a-91b1-c2053af931ec" providerId="ADAL" clId="{5AB127E8-A8AD-4961-949E-3F2972DD2753}" dt="2025-09-02T17:19:40.396" v="305" actId="47"/>
        <pc:sldMkLst>
          <pc:docMk/>
          <pc:sldMk cId="2316047406" sldId="460"/>
        </pc:sldMkLst>
      </pc:sldChg>
      <pc:sldChg chg="add">
        <pc:chgData name="Kagame Fred" userId="63910e53-0d66-466a-91b1-c2053af931ec" providerId="ADAL" clId="{5AB127E8-A8AD-4961-949E-3F2972DD2753}" dt="2025-08-31T09:30:05.667" v="0"/>
        <pc:sldMkLst>
          <pc:docMk/>
          <pc:sldMk cId="3067264948" sldId="461"/>
        </pc:sldMkLst>
      </pc:sldChg>
      <pc:sldChg chg="add del">
        <pc:chgData name="Kagame Fred" userId="63910e53-0d66-466a-91b1-c2053af931ec" providerId="ADAL" clId="{5AB127E8-A8AD-4961-949E-3F2972DD2753}" dt="2025-09-02T17:19:36.835" v="304" actId="47"/>
        <pc:sldMkLst>
          <pc:docMk/>
          <pc:sldMk cId="4243007851" sldId="462"/>
        </pc:sldMkLst>
      </pc:sldChg>
      <pc:sldChg chg="add">
        <pc:chgData name="Kagame Fred" userId="63910e53-0d66-466a-91b1-c2053af931ec" providerId="ADAL" clId="{5AB127E8-A8AD-4961-949E-3F2972DD2753}" dt="2025-08-31T09:30:05.667" v="0"/>
        <pc:sldMkLst>
          <pc:docMk/>
          <pc:sldMk cId="4039099216" sldId="464"/>
        </pc:sldMkLst>
      </pc:sldChg>
      <pc:sldMasterChg chg="del delSldLayout">
        <pc:chgData name="Kagame Fred" userId="63910e53-0d66-466a-91b1-c2053af931ec" providerId="ADAL" clId="{5AB127E8-A8AD-4961-949E-3F2972DD2753}" dt="2025-09-02T17:19:46.953" v="309" actId="47"/>
        <pc:sldMasterMkLst>
          <pc:docMk/>
          <pc:sldMasterMk cId="1702733906" sldId="2147483648"/>
        </pc:sldMasterMkLst>
        <pc:sldLayoutChg chg="del">
          <pc:chgData name="Kagame Fred" userId="63910e53-0d66-466a-91b1-c2053af931ec" providerId="ADAL" clId="{5AB127E8-A8AD-4961-949E-3F2972DD2753}" dt="2025-09-02T17:19:46.953" v="309" actId="47"/>
          <pc:sldLayoutMkLst>
            <pc:docMk/>
            <pc:sldMasterMk cId="1702733906" sldId="2147483648"/>
            <pc:sldLayoutMk cId="643282851" sldId="2147483649"/>
          </pc:sldLayoutMkLst>
        </pc:sldLayoutChg>
        <pc:sldLayoutChg chg="del">
          <pc:chgData name="Kagame Fred" userId="63910e53-0d66-466a-91b1-c2053af931ec" providerId="ADAL" clId="{5AB127E8-A8AD-4961-949E-3F2972DD2753}" dt="2025-09-02T17:19:46.953" v="309" actId="47"/>
          <pc:sldLayoutMkLst>
            <pc:docMk/>
            <pc:sldMasterMk cId="1702733906" sldId="2147483648"/>
            <pc:sldLayoutMk cId="1357845142" sldId="2147483650"/>
          </pc:sldLayoutMkLst>
        </pc:sldLayoutChg>
        <pc:sldLayoutChg chg="del">
          <pc:chgData name="Kagame Fred" userId="63910e53-0d66-466a-91b1-c2053af931ec" providerId="ADAL" clId="{5AB127E8-A8AD-4961-949E-3F2972DD2753}" dt="2025-09-02T17:19:46.953" v="309" actId="47"/>
          <pc:sldLayoutMkLst>
            <pc:docMk/>
            <pc:sldMasterMk cId="1702733906" sldId="2147483648"/>
            <pc:sldLayoutMk cId="1427016912" sldId="2147483651"/>
          </pc:sldLayoutMkLst>
        </pc:sldLayoutChg>
        <pc:sldLayoutChg chg="del">
          <pc:chgData name="Kagame Fred" userId="63910e53-0d66-466a-91b1-c2053af931ec" providerId="ADAL" clId="{5AB127E8-A8AD-4961-949E-3F2972DD2753}" dt="2025-09-02T17:19:46.953" v="309" actId="47"/>
          <pc:sldLayoutMkLst>
            <pc:docMk/>
            <pc:sldMasterMk cId="1702733906" sldId="2147483648"/>
            <pc:sldLayoutMk cId="4287291500" sldId="2147483652"/>
          </pc:sldLayoutMkLst>
        </pc:sldLayoutChg>
        <pc:sldLayoutChg chg="del">
          <pc:chgData name="Kagame Fred" userId="63910e53-0d66-466a-91b1-c2053af931ec" providerId="ADAL" clId="{5AB127E8-A8AD-4961-949E-3F2972DD2753}" dt="2025-09-02T17:19:46.953" v="309" actId="47"/>
          <pc:sldLayoutMkLst>
            <pc:docMk/>
            <pc:sldMasterMk cId="1702733906" sldId="2147483648"/>
            <pc:sldLayoutMk cId="2977974505" sldId="2147483653"/>
          </pc:sldLayoutMkLst>
        </pc:sldLayoutChg>
        <pc:sldLayoutChg chg="del">
          <pc:chgData name="Kagame Fred" userId="63910e53-0d66-466a-91b1-c2053af931ec" providerId="ADAL" clId="{5AB127E8-A8AD-4961-949E-3F2972DD2753}" dt="2025-09-02T17:19:46.953" v="309" actId="47"/>
          <pc:sldLayoutMkLst>
            <pc:docMk/>
            <pc:sldMasterMk cId="1702733906" sldId="2147483648"/>
            <pc:sldLayoutMk cId="2296915540" sldId="2147483654"/>
          </pc:sldLayoutMkLst>
        </pc:sldLayoutChg>
        <pc:sldLayoutChg chg="del">
          <pc:chgData name="Kagame Fred" userId="63910e53-0d66-466a-91b1-c2053af931ec" providerId="ADAL" clId="{5AB127E8-A8AD-4961-949E-3F2972DD2753}" dt="2025-09-02T17:19:46.953" v="309" actId="47"/>
          <pc:sldLayoutMkLst>
            <pc:docMk/>
            <pc:sldMasterMk cId="1702733906" sldId="2147483648"/>
            <pc:sldLayoutMk cId="974994607" sldId="2147483655"/>
          </pc:sldLayoutMkLst>
        </pc:sldLayoutChg>
        <pc:sldLayoutChg chg="del">
          <pc:chgData name="Kagame Fred" userId="63910e53-0d66-466a-91b1-c2053af931ec" providerId="ADAL" clId="{5AB127E8-A8AD-4961-949E-3F2972DD2753}" dt="2025-09-02T17:19:46.953" v="309" actId="47"/>
          <pc:sldLayoutMkLst>
            <pc:docMk/>
            <pc:sldMasterMk cId="1702733906" sldId="2147483648"/>
            <pc:sldLayoutMk cId="4138163023" sldId="2147483656"/>
          </pc:sldLayoutMkLst>
        </pc:sldLayoutChg>
        <pc:sldLayoutChg chg="del">
          <pc:chgData name="Kagame Fred" userId="63910e53-0d66-466a-91b1-c2053af931ec" providerId="ADAL" clId="{5AB127E8-A8AD-4961-949E-3F2972DD2753}" dt="2025-09-02T17:19:46.953" v="309" actId="47"/>
          <pc:sldLayoutMkLst>
            <pc:docMk/>
            <pc:sldMasterMk cId="1702733906" sldId="2147483648"/>
            <pc:sldLayoutMk cId="3863626083" sldId="2147483657"/>
          </pc:sldLayoutMkLst>
        </pc:sldLayoutChg>
        <pc:sldLayoutChg chg="del">
          <pc:chgData name="Kagame Fred" userId="63910e53-0d66-466a-91b1-c2053af931ec" providerId="ADAL" clId="{5AB127E8-A8AD-4961-949E-3F2972DD2753}" dt="2025-09-02T17:19:46.953" v="309" actId="47"/>
          <pc:sldLayoutMkLst>
            <pc:docMk/>
            <pc:sldMasterMk cId="1702733906" sldId="2147483648"/>
            <pc:sldLayoutMk cId="1368089088" sldId="2147483658"/>
          </pc:sldLayoutMkLst>
        </pc:sldLayoutChg>
        <pc:sldLayoutChg chg="del">
          <pc:chgData name="Kagame Fred" userId="63910e53-0d66-466a-91b1-c2053af931ec" providerId="ADAL" clId="{5AB127E8-A8AD-4961-949E-3F2972DD2753}" dt="2025-09-02T17:19:46.953" v="309" actId="47"/>
          <pc:sldLayoutMkLst>
            <pc:docMk/>
            <pc:sldMasterMk cId="1702733906" sldId="2147483648"/>
            <pc:sldLayoutMk cId="3191040105" sldId="2147483659"/>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7465"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711200" y="3228536"/>
            <a:ext cx="10472928" cy="1752600"/>
          </a:xfrm>
        </p:spPr>
        <p:txBody>
          <a:bodyPr lIns="0" rIns="18288"/>
          <a:lstStyle>
            <a:lvl1pPr marL="0" marR="60960" indent="0" algn="r">
              <a:buNone/>
              <a:defRPr>
                <a:solidFill>
                  <a:schemeClr val="tx1"/>
                </a:solidFill>
              </a:defRPr>
            </a:lvl1pPr>
            <a:lvl2pPr marL="609600" indent="0" algn="ctr">
              <a:buNone/>
            </a:lvl2pPr>
            <a:lvl3pPr marL="1219200" indent="0" algn="ctr">
              <a:buNone/>
            </a:lvl3pPr>
            <a:lvl4pPr marL="1828800" indent="0" algn="ctr">
              <a:buNone/>
            </a:lvl4pPr>
            <a:lvl5pPr marL="2438400" indent="0" algn="ctr">
              <a:buNone/>
            </a:lvl5pPr>
            <a:lvl6pPr marL="3048000" indent="0" algn="ctr">
              <a:buNone/>
            </a:lvl6pPr>
            <a:lvl7pPr marL="3657600" indent="0" algn="ctr">
              <a:buNone/>
            </a:lvl7pPr>
            <a:lvl8pPr marL="4267200" indent="0" algn="ctr">
              <a:buNone/>
            </a:lvl8pPr>
            <a:lvl9pPr marL="48768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fld id="{443AC920-E074-4009-A1F4-FE25EA20E957}" type="datetime1">
              <a:rPr kumimoji="0" lang="en-US" sz="1600" b="0" i="0" u="none" strike="noStrike" kern="1200" cap="none" spc="0" normalizeH="0" baseline="0" noProof="0" smtClean="0">
                <a:ln>
                  <a:noFill/>
                </a:ln>
                <a:solidFill>
                  <a:srgbClr val="DBF5F9">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DBF5F9">
                  <a:shade val="90000"/>
                </a:srgbClr>
              </a:solidFill>
              <a:effectLst/>
              <a:uLnTx/>
              <a:uFillTx/>
              <a:latin typeface="Constantia" panose="02030602050306030303"/>
              <a:ea typeface="+mn-ea"/>
              <a:cs typeface="+mn-cs"/>
            </a:endParaRPr>
          </a:p>
        </p:txBody>
      </p:sp>
      <p:sp>
        <p:nvSpPr>
          <p:cNvPr id="19" name="Footer Placeholder 18"/>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p>
        </p:txBody>
      </p:sp>
      <p:sp>
        <p:nvSpPr>
          <p:cNvPr id="27" name="Slide Number Placeholder 26"/>
          <p:cNvSpPr>
            <a:spLocks noGrp="1"/>
          </p:cNvSpPr>
          <p:nvPr>
            <p:ph type="sldNum" sz="quarter" idx="12"/>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DBF5F9">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DBF5F9">
                  <a:shade val="90000"/>
                </a:srgbClr>
              </a:solidFill>
              <a:effectLst/>
              <a:uLnTx/>
              <a:uFillTx/>
              <a:latin typeface="Constantia" panose="02030602050306030303"/>
              <a:ea typeface="+mn-ea"/>
              <a:cs typeface="+mn-cs"/>
            </a:endParaRPr>
          </a:p>
        </p:txBody>
      </p:sp>
    </p:spTree>
    <p:extLst>
      <p:ext uri="{BB962C8B-B14F-4D97-AF65-F5344CB8AC3E}">
        <p14:creationId xmlns:p14="http://schemas.microsoft.com/office/powerpoint/2010/main" val="396642404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fld id="{22787D6F-A480-4ED7-9FFB-3FD4B659DD5E}" type="datetime1">
              <a:rPr kumimoji="0" lang="en-US"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
        <p:nvSpPr>
          <p:cNvPr id="5" name="Footer Placeholder 4"/>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p>
        </p:txBody>
      </p:sp>
      <p:sp>
        <p:nvSpPr>
          <p:cNvPr id="6" name="Slide Number Placeholder 5"/>
          <p:cNvSpPr>
            <a:spLocks noGrp="1"/>
          </p:cNvSpPr>
          <p:nvPr>
            <p:ph type="sldNum" sz="quarter" idx="12"/>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Tree>
    <p:extLst>
      <p:ext uri="{BB962C8B-B14F-4D97-AF65-F5344CB8AC3E}">
        <p14:creationId xmlns:p14="http://schemas.microsoft.com/office/powerpoint/2010/main" val="17413289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7465"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935">
                <a:solidFill>
                  <a:schemeClr val="tx1"/>
                </a:solidFill>
              </a:defRPr>
            </a:lvl1pPr>
            <a:lvl2pPr>
              <a:buNone/>
              <a:defRPr sz="2400">
                <a:solidFill>
                  <a:schemeClr val="tx1">
                    <a:tint val="75000"/>
                  </a:schemeClr>
                </a:solidFill>
              </a:defRPr>
            </a:lvl2pPr>
            <a:lvl3pPr>
              <a:buNone/>
              <a:defRPr sz="2135">
                <a:solidFill>
                  <a:schemeClr val="tx1">
                    <a:tint val="75000"/>
                  </a:schemeClr>
                </a:solidFill>
              </a:defRPr>
            </a:lvl3pPr>
            <a:lvl4pPr>
              <a:buNone/>
              <a:defRPr sz="1865">
                <a:solidFill>
                  <a:schemeClr val="tx1">
                    <a:tint val="75000"/>
                  </a:schemeClr>
                </a:solidFill>
              </a:defRPr>
            </a:lvl4pPr>
            <a:lvl5pPr>
              <a:buNone/>
              <a:defRPr sz="1865">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fld id="{907449E6-859F-4191-98FD-AFBF6EA6A811}" type="datetime1">
              <a:rPr kumimoji="0" lang="en-US" sz="1600" b="0" i="0" u="none" strike="noStrike" kern="1200" cap="none" spc="0" normalizeH="0" baseline="0" noProof="0" smtClean="0">
                <a:ln>
                  <a:noFill/>
                </a:ln>
                <a:solidFill>
                  <a:srgbClr val="DBF5F9">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DBF5F9">
                  <a:shade val="90000"/>
                </a:srgbClr>
              </a:solidFill>
              <a:effectLst/>
              <a:uLnTx/>
              <a:uFillTx/>
              <a:latin typeface="Constantia" panose="02030602050306030303"/>
              <a:ea typeface="+mn-ea"/>
              <a:cs typeface="+mn-cs"/>
            </a:endParaRPr>
          </a:p>
        </p:txBody>
      </p:sp>
      <p:sp>
        <p:nvSpPr>
          <p:cNvPr id="5" name="Footer Placeholder 4"/>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6" name="Slide Number Placeholder 5"/>
          <p:cNvSpPr>
            <a:spLocks noGrp="1"/>
          </p:cNvSpPr>
          <p:nvPr>
            <p:ph type="sldNum" sz="quarter" idx="12"/>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DBF5F9">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DBF5F9">
                  <a:shade val="90000"/>
                </a:srgbClr>
              </a:solidFill>
              <a:effectLst/>
              <a:uLnTx/>
              <a:uFillTx/>
              <a:latin typeface="Constantia" panose="02030602050306030303"/>
              <a:ea typeface="+mn-ea"/>
              <a:cs typeface="+mn-cs"/>
            </a:endParaRPr>
          </a:p>
        </p:txBody>
      </p:sp>
    </p:spTree>
    <p:extLst>
      <p:ext uri="{BB962C8B-B14F-4D97-AF65-F5344CB8AC3E}">
        <p14:creationId xmlns:p14="http://schemas.microsoft.com/office/powerpoint/2010/main" val="1305409176"/>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a:t>Click to edit Master title style</a:t>
            </a:r>
          </a:p>
        </p:txBody>
      </p:sp>
      <p:sp>
        <p:nvSpPr>
          <p:cNvPr id="3" name="Content Placeholder 2"/>
          <p:cNvSpPr>
            <a:spLocks noGrp="1"/>
          </p:cNvSpPr>
          <p:nvPr>
            <p:ph sz="half" idx="1"/>
          </p:nvPr>
        </p:nvSpPr>
        <p:spPr>
          <a:xfrm>
            <a:off x="609600" y="1920085"/>
            <a:ext cx="5384800" cy="4434840"/>
          </a:xfrm>
        </p:spPr>
        <p:txBody>
          <a:bodyPr/>
          <a:lstStyle>
            <a:lvl1pPr>
              <a:defRPr sz="3465"/>
            </a:lvl1pPr>
            <a:lvl2pPr>
              <a:defRPr sz="3200"/>
            </a:lvl2pPr>
            <a:lvl3pPr>
              <a:defRPr sz="2665"/>
            </a:lvl3pPr>
            <a:lvl4pPr>
              <a:defRPr sz="2400"/>
            </a:lvl4pPr>
            <a:lvl5pPr>
              <a:defRPr sz="24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3465"/>
            </a:lvl1pPr>
            <a:lvl2pPr>
              <a:defRPr sz="3200"/>
            </a:lvl2pPr>
            <a:lvl3pPr>
              <a:defRPr sz="2665"/>
            </a:lvl3pPr>
            <a:lvl4pPr>
              <a:defRPr sz="2400"/>
            </a:lvl4pPr>
            <a:lvl5pPr>
              <a:defRPr sz="24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fld id="{B67062A2-00AB-4222-9147-3268455B08A0}" type="datetime1">
              <a:rPr kumimoji="0" lang="en-US"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
        <p:nvSpPr>
          <p:cNvPr id="6" name="Footer Placeholder 5"/>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p>
        </p:txBody>
      </p:sp>
      <p:sp>
        <p:nvSpPr>
          <p:cNvPr id="7" name="Slide Number Placeholder 6"/>
          <p:cNvSpPr>
            <a:spLocks noGrp="1"/>
          </p:cNvSpPr>
          <p:nvPr>
            <p:ph type="sldNum" sz="quarter" idx="12"/>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Tree>
    <p:extLst>
      <p:ext uri="{BB962C8B-B14F-4D97-AF65-F5344CB8AC3E}">
        <p14:creationId xmlns:p14="http://schemas.microsoft.com/office/powerpoint/2010/main" val="61097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3200" b="1" cap="none" baseline="0">
                <a:solidFill>
                  <a:schemeClr val="tx2"/>
                </a:solidFill>
                <a:effectLst/>
              </a:defRPr>
            </a:lvl1pPr>
            <a:lvl2pPr>
              <a:buNone/>
              <a:defRPr sz="2665" b="1"/>
            </a:lvl2pPr>
            <a:lvl3pPr>
              <a:buNone/>
              <a:defRPr sz="2400" b="1"/>
            </a:lvl3pPr>
            <a:lvl4pPr>
              <a:buNone/>
              <a:defRPr sz="2135" b="1"/>
            </a:lvl4pPr>
            <a:lvl5pPr>
              <a:buNone/>
              <a:defRPr sz="2135"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9" y="1859757"/>
            <a:ext cx="5389033" cy="654843"/>
          </a:xfrm>
        </p:spPr>
        <p:txBody>
          <a:bodyPr lIns="45720" tIns="0" rIns="45720" bIns="0" anchor="ctr"/>
          <a:lstStyle>
            <a:lvl1pPr marL="0" indent="0">
              <a:buNone/>
              <a:defRPr sz="3200" b="1" cap="none" baseline="0">
                <a:solidFill>
                  <a:schemeClr val="tx2"/>
                </a:solidFill>
                <a:effectLst/>
              </a:defRPr>
            </a:lvl1pPr>
            <a:lvl2pPr>
              <a:buNone/>
              <a:defRPr sz="2665" b="1"/>
            </a:lvl2pPr>
            <a:lvl3pPr>
              <a:buNone/>
              <a:defRPr sz="2400" b="1"/>
            </a:lvl3pPr>
            <a:lvl4pPr>
              <a:buNone/>
              <a:defRPr sz="2135" b="1"/>
            </a:lvl4pPr>
            <a:lvl5pPr>
              <a:buNone/>
              <a:defRPr sz="2135"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935"/>
            </a:lvl1pPr>
            <a:lvl2pPr>
              <a:defRPr sz="2665"/>
            </a:lvl2pPr>
            <a:lvl3pPr>
              <a:defRPr sz="2400"/>
            </a:lvl3pPr>
            <a:lvl4pPr>
              <a:defRPr sz="2135"/>
            </a:lvl4pPr>
            <a:lvl5pPr>
              <a:defRPr sz="2135"/>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9" y="2514600"/>
            <a:ext cx="5389033" cy="3845720"/>
          </a:xfrm>
        </p:spPr>
        <p:txBody>
          <a:bodyPr tIns="0"/>
          <a:lstStyle>
            <a:lvl1pPr>
              <a:defRPr sz="2935"/>
            </a:lvl1pPr>
            <a:lvl2pPr>
              <a:defRPr sz="2665"/>
            </a:lvl2pPr>
            <a:lvl3pPr>
              <a:defRPr sz="2400"/>
            </a:lvl3pPr>
            <a:lvl4pPr>
              <a:defRPr sz="2135"/>
            </a:lvl4pPr>
            <a:lvl5pPr>
              <a:defRPr sz="2135"/>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fld id="{0AE00C96-A588-4227-80FE-310C38A88E9A}" type="datetime1">
              <a:rPr kumimoji="0" lang="en-US"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
        <p:nvSpPr>
          <p:cNvPr id="8" name="Footer Placeholder 7"/>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p>
        </p:txBody>
      </p:sp>
      <p:sp>
        <p:nvSpPr>
          <p:cNvPr id="9" name="Slide Number Placeholder 8"/>
          <p:cNvSpPr>
            <a:spLocks noGrp="1"/>
          </p:cNvSpPr>
          <p:nvPr>
            <p:ph type="sldNum" sz="quarter" idx="12"/>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Tree>
    <p:extLst>
      <p:ext uri="{BB962C8B-B14F-4D97-AF65-F5344CB8AC3E}">
        <p14:creationId xmlns:p14="http://schemas.microsoft.com/office/powerpoint/2010/main" val="3263100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6665"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fld id="{72A98631-69D9-44D9-A9F5-155152F1FE4C}" type="datetime1">
              <a:rPr kumimoji="0" lang="en-US"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
        <p:nvSpPr>
          <p:cNvPr id="4" name="Footer Placeholder 3"/>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p>
        </p:txBody>
      </p:sp>
      <p:sp>
        <p:nvSpPr>
          <p:cNvPr id="5" name="Slide Number Placeholder 4"/>
          <p:cNvSpPr>
            <a:spLocks noGrp="1"/>
          </p:cNvSpPr>
          <p:nvPr>
            <p:ph type="sldNum" sz="quarter" idx="12"/>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Tree>
    <p:extLst>
      <p:ext uri="{BB962C8B-B14F-4D97-AF65-F5344CB8AC3E}">
        <p14:creationId xmlns:p14="http://schemas.microsoft.com/office/powerpoint/2010/main" val="2822842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fld id="{254F3259-2098-4CE8-B0F1-C1DA59644146}" type="datetime1">
              <a:rPr kumimoji="0" lang="en-US"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
        <p:nvSpPr>
          <p:cNvPr id="3" name="Footer Placeholder 2"/>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Slide Number Placeholder 3"/>
          <p:cNvSpPr>
            <a:spLocks noGrp="1"/>
          </p:cNvSpPr>
          <p:nvPr>
            <p:ph type="sldNum" sz="quarter" idx="12"/>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Tree>
    <p:extLst>
      <p:ext uri="{BB962C8B-B14F-4D97-AF65-F5344CB8AC3E}">
        <p14:creationId xmlns:p14="http://schemas.microsoft.com/office/powerpoint/2010/main" val="4281762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1"/>
          </a:xfrm>
        </p:spPr>
        <p:txBody>
          <a:bodyPr lIns="0" anchor="b">
            <a:noAutofit/>
          </a:bodyPr>
          <a:lstStyle>
            <a:lvl1pPr algn="l" rtl="0">
              <a:spcBef>
                <a:spcPct val="0"/>
              </a:spcBef>
              <a:buNone/>
              <a:defRPr sz="3465"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865"/>
            </a:lvl1pPr>
            <a:lvl2pPr indent="0" algn="l">
              <a:buNone/>
              <a:defRPr sz="1600"/>
            </a:lvl2pPr>
            <a:lvl3pPr indent="0" algn="l">
              <a:buNone/>
              <a:defRPr sz="1335"/>
            </a:lvl3pPr>
            <a:lvl4pPr indent="0" algn="l">
              <a:buNone/>
              <a:defRPr sz="1200"/>
            </a:lvl4pPr>
            <a:lvl5pPr indent="0" algn="l">
              <a:buNone/>
              <a:defRPr sz="12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3735"/>
            </a:lvl1pPr>
            <a:lvl2pPr>
              <a:defRPr sz="3465"/>
            </a:lvl2pPr>
            <a:lvl3pPr>
              <a:defRPr sz="3200"/>
            </a:lvl3pPr>
            <a:lvl4pPr>
              <a:defRPr sz="2665"/>
            </a:lvl4pPr>
            <a:lvl5pPr>
              <a:defRPr sz="24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fld id="{D9948001-1140-44D8-9A68-725C413778A1}" type="datetime1">
              <a:rPr kumimoji="0" lang="en-US"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
        <p:nvSpPr>
          <p:cNvPr id="6" name="Footer Placeholder 5"/>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p>
        </p:txBody>
      </p:sp>
      <p:sp>
        <p:nvSpPr>
          <p:cNvPr id="7" name="Slide Number Placeholder 6"/>
          <p:cNvSpPr>
            <a:spLocks noGrp="1"/>
          </p:cNvSpPr>
          <p:nvPr>
            <p:ph type="sldNum" sz="quarter" idx="12"/>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Tree>
    <p:extLst>
      <p:ext uri="{BB962C8B-B14F-4D97-AF65-F5344CB8AC3E}">
        <p14:creationId xmlns:p14="http://schemas.microsoft.com/office/powerpoint/2010/main" val="12795799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white"/>
              </a:solidFill>
              <a:effectLst/>
              <a:uLnTx/>
              <a:uFillTx/>
              <a:latin typeface="Constantia" panose="02030602050306030303"/>
              <a:ea typeface="+mn-ea"/>
              <a:cs typeface="+mn-cs"/>
            </a:endParaRPr>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marL="0" marR="0" lvl="0" indent="0" algn="ctr"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white"/>
              </a:solidFill>
              <a:effectLst/>
              <a:uLnTx/>
              <a:uFillTx/>
              <a:latin typeface="Constantia" panose="02030602050306030303"/>
              <a:ea typeface="+mn-ea"/>
              <a:cs typeface="+mn-cs"/>
            </a:endParaRPr>
          </a:p>
        </p:txBody>
      </p:sp>
      <p:sp>
        <p:nvSpPr>
          <p:cNvPr id="2" name="Title 1"/>
          <p:cNvSpPr>
            <a:spLocks noGrp="1"/>
          </p:cNvSpPr>
          <p:nvPr>
            <p:ph type="title"/>
          </p:nvPr>
        </p:nvSpPr>
        <p:spPr>
          <a:xfrm>
            <a:off x="812800" y="1176996"/>
            <a:ext cx="2950464" cy="1582621"/>
          </a:xfrm>
        </p:spPr>
        <p:txBody>
          <a:bodyPr vert="horz" lIns="45720" tIns="45720" rIns="45720" bIns="45720" anchor="b"/>
          <a:lstStyle>
            <a:lvl1pPr algn="l">
              <a:buNone/>
              <a:defRPr sz="2665"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335"/>
              </a:spcBef>
              <a:buFontTx/>
              <a:buNone/>
              <a:defRPr sz="1735"/>
            </a:lvl1pPr>
            <a:lvl2pPr>
              <a:defRPr sz="1600"/>
            </a:lvl2pPr>
            <a:lvl3pPr>
              <a:defRPr sz="1335"/>
            </a:lvl3pPr>
            <a:lvl4pPr>
              <a:defRPr sz="1200"/>
            </a:lvl4pPr>
            <a:lvl5pPr>
              <a:defRPr sz="12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fld id="{32431FE4-DB0C-413A-B9F7-33D9A8782385}" type="datetime1">
              <a:rPr kumimoji="0" lang="en-US"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
        <p:nvSpPr>
          <p:cNvPr id="6" name="Footer Placeholder 5"/>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p>
        </p:txBody>
      </p:sp>
      <p:sp>
        <p:nvSpPr>
          <p:cNvPr id="7" name="Slide Number Placeholder 6"/>
          <p:cNvSpPr>
            <a:spLocks noGrp="1"/>
          </p:cNvSpPr>
          <p:nvPr>
            <p:ph type="sldNum" sz="quarter" idx="12"/>
          </p:nvPr>
        </p:nvSpPr>
        <p:spPr>
          <a:xfrm>
            <a:off x="10769600" y="6356351"/>
            <a:ext cx="812800" cy="365125"/>
          </a:xfrm>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4265"/>
            </a:lvl1pPr>
          </a:lstStyle>
          <a:p>
            <a:r>
              <a:rPr kumimoji="0" lang="en-US"/>
              <a:t>Click icon to add picture</a:t>
            </a:r>
            <a:endParaRPr kumimoji="0" lang="en-US" dirty="0"/>
          </a:p>
        </p:txBody>
      </p:sp>
      <p:sp>
        <p:nvSpPr>
          <p:cNvPr id="10" name="Freeform 9"/>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11" name="Freeform 10"/>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Tree>
    <p:extLst>
      <p:ext uri="{BB962C8B-B14F-4D97-AF65-F5344CB8AC3E}">
        <p14:creationId xmlns:p14="http://schemas.microsoft.com/office/powerpoint/2010/main" val="3727136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fld id="{59192789-1A0A-43B5-922F-6FFD9B9AA87B}" type="datetime1">
              <a:rPr kumimoji="0" lang="en-US"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
        <p:nvSpPr>
          <p:cNvPr id="5" name="Footer Placeholder 4"/>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p>
        </p:txBody>
      </p:sp>
      <p:sp>
        <p:nvSpPr>
          <p:cNvPr id="6" name="Slide Number Placeholder 5"/>
          <p:cNvSpPr>
            <a:spLocks noGrp="1"/>
          </p:cNvSpPr>
          <p:nvPr>
            <p:ph type="sldNum" sz="quarter" idx="12"/>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Tree>
    <p:extLst>
      <p:ext uri="{BB962C8B-B14F-4D97-AF65-F5344CB8AC3E}">
        <p14:creationId xmlns:p14="http://schemas.microsoft.com/office/powerpoint/2010/main" val="96693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1"/>
            <a:ext cx="27432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914401"/>
            <a:ext cx="80264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fld id="{76AC428A-35CA-4909-9A31-423F20CFFFEE}" type="datetime1">
              <a:rPr kumimoji="0" lang="en-US"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
        <p:nvSpPr>
          <p:cNvPr id="5" name="Footer Placeholder 4"/>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p>
        </p:txBody>
      </p:sp>
      <p:sp>
        <p:nvSpPr>
          <p:cNvPr id="6" name="Slide Number Placeholder 5"/>
          <p:cNvSpPr>
            <a:spLocks noGrp="1"/>
          </p:cNvSpPr>
          <p:nvPr>
            <p:ph type="sldNum" sz="quarter" idx="12"/>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Tree>
    <p:extLst>
      <p:ext uri="{BB962C8B-B14F-4D97-AF65-F5344CB8AC3E}">
        <p14:creationId xmlns:p14="http://schemas.microsoft.com/office/powerpoint/2010/main" val="3188773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8" name="Freeform 7"/>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121920" tIns="60960" rIns="121920" bIns="6096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600">
                <a:solidFill>
                  <a:schemeClr val="tx2">
                    <a:shade val="90000"/>
                  </a:schemeClr>
                </a:solidFill>
              </a:defRPr>
            </a:lvl1pPr>
          </a:lstStyle>
          <a:p>
            <a:pPr marL="0" marR="0" lvl="0" indent="0" algn="l" defTabSz="609600" rtl="0" eaLnBrk="1" fontAlgn="auto" latinLnBrk="0" hangingPunct="1">
              <a:lnSpc>
                <a:spcPct val="100000"/>
              </a:lnSpc>
              <a:spcBef>
                <a:spcPts val="0"/>
              </a:spcBef>
              <a:spcAft>
                <a:spcPts val="0"/>
              </a:spcAft>
              <a:buClrTx/>
              <a:buSzTx/>
              <a:buFontTx/>
              <a:buNone/>
              <a:defRPr/>
            </a:pPr>
            <a:fld id="{F904262F-6C5F-49A3-932C-23CBFB3ABB43}" type="datetime1">
              <a:rPr kumimoji="0" lang="en-US"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9/7/2025</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sp>
        <p:nvSpPr>
          <p:cNvPr id="22" name="Footer Placeholder 21"/>
          <p:cNvSpPr>
            <a:spLocks noGrp="1"/>
          </p:cNvSpPr>
          <p:nvPr>
            <p:ph type="ftr" sz="quarter" idx="3"/>
          </p:nvPr>
        </p:nvSpPr>
        <p:spPr>
          <a:xfrm>
            <a:off x="10224459" y="6309320"/>
            <a:ext cx="1967541" cy="365125"/>
          </a:xfrm>
          <a:prstGeom prst="rect">
            <a:avLst/>
          </a:prstGeom>
        </p:spPr>
        <p:txBody>
          <a:bodyPr vert="horz" lIns="0" tIns="0" rIns="0" bIns="0" anchor="b"/>
          <a:lstStyle>
            <a:lvl1pPr algn="l" eaLnBrk="1" latinLnBrk="0" hangingPunct="1">
              <a:defRPr kumimoji="0" sz="1065" b="1" i="1">
                <a:solidFill>
                  <a:srgbClr val="C00000"/>
                </a:solidFill>
                <a:latin typeface="Arial Black" panose="020B0A04020102020204" pitchFamily="34" charset="0"/>
              </a:defRPr>
            </a:lvl1pPr>
          </a:lstStyle>
          <a:p>
            <a:pPr marL="0" marR="0" lvl="0" indent="0" algn="l" defTabSz="609600" rtl="0" eaLnBrk="1" fontAlgn="auto" latinLnBrk="0" hangingPunct="1">
              <a:lnSpc>
                <a:spcPct val="100000"/>
              </a:lnSpc>
              <a:spcBef>
                <a:spcPts val="0"/>
              </a:spcBef>
              <a:spcAft>
                <a:spcPts val="0"/>
              </a:spcAft>
              <a:buClrTx/>
              <a:buSzTx/>
              <a:buFontTx/>
              <a:buNone/>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600">
                <a:solidFill>
                  <a:schemeClr val="tx2">
                    <a:shade val="90000"/>
                  </a:schemeClr>
                </a:solidFill>
              </a:defRPr>
            </a:lvl1pPr>
          </a:lstStyle>
          <a:p>
            <a:pPr marL="0" marR="0" lvl="0" indent="0" algn="r" defTabSz="609600" rtl="0" eaLnBrk="1" fontAlgn="auto" latinLnBrk="0" hangingPunct="1">
              <a:lnSpc>
                <a:spcPct val="100000"/>
              </a:lnSpc>
              <a:spcBef>
                <a:spcPts val="0"/>
              </a:spcBef>
              <a:spcAft>
                <a:spcPts val="0"/>
              </a:spcAft>
              <a:buClrTx/>
              <a:buSzTx/>
              <a:buFontTx/>
              <a:buNone/>
              <a:defRPr/>
            </a:pPr>
            <a:fld id="{9E224A48-D563-475F-90A0-E252177D5923}" type="slidenum">
              <a:rPr kumimoji="0" lang="en-IN" sz="1600" b="0" i="0" u="none" strike="noStrike" kern="1200" cap="none" spc="0" normalizeH="0" baseline="0" noProof="0" smtClean="0">
                <a:ln>
                  <a:noFill/>
                </a:ln>
                <a:solidFill>
                  <a:srgbClr val="04617B">
                    <a:shade val="90000"/>
                  </a:srgbClr>
                </a:solidFill>
                <a:effectLst/>
                <a:uLnTx/>
                <a:uFillTx/>
                <a:latin typeface="Constantia" panose="02030602050306030303"/>
                <a:ea typeface="+mn-ea"/>
                <a:cs typeface="+mn-cs"/>
              </a:rPr>
              <a:t>‹#›</a:t>
            </a:fld>
            <a:endParaRPr kumimoji="0" lang="en-IN" sz="1600" b="0" i="0" u="none" strike="noStrike" kern="1200" cap="none" spc="0" normalizeH="0" baseline="0" noProof="0">
              <a:ln>
                <a:noFill/>
              </a:ln>
              <a:solidFill>
                <a:srgbClr val="04617B">
                  <a:shade val="90000"/>
                </a:srgbClr>
              </a:solidFill>
              <a:effectLst/>
              <a:uLnTx/>
              <a:uFillTx/>
              <a:latin typeface="Constantia" panose="02030602050306030303"/>
              <a:ea typeface="+mn-ea"/>
              <a:cs typeface="+mn-cs"/>
            </a:endParaRPr>
          </a:p>
        </p:txBody>
      </p:sp>
      <p:grpSp>
        <p:nvGrpSpPr>
          <p:cNvPr id="2" name="Group 1"/>
          <p:cNvGrpSpPr/>
          <p:nvPr/>
        </p:nvGrpSpPr>
        <p:grpSpPr>
          <a:xfrm>
            <a:off x="-25356" y="202408"/>
            <a:ext cx="12240731"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pPr marL="0" marR="0" lvl="0" indent="0" algn="l" defTabSz="6096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Constantia" panose="02030602050306030303"/>
                <a:ea typeface="+mn-ea"/>
                <a:cs typeface="+mn-cs"/>
              </a:endParaRPr>
            </a:p>
          </p:txBody>
        </p:sp>
      </p:grpSp>
      <p:pic>
        <p:nvPicPr>
          <p:cNvPr id="16" name="Picture 15" descr="uok logo.png"/>
          <p:cNvPicPr>
            <a:picLocks noChangeAspect="1"/>
          </p:cNvPicPr>
          <p:nvPr userDrawn="1"/>
        </p:nvPicPr>
        <p:blipFill>
          <a:blip r:embed="rId13" cstate="print"/>
          <a:stretch>
            <a:fillRect/>
          </a:stretch>
        </p:blipFill>
        <p:spPr>
          <a:xfrm>
            <a:off x="8208235" y="6240693"/>
            <a:ext cx="2016224" cy="548680"/>
          </a:xfrm>
          <a:prstGeom prst="rect">
            <a:avLst/>
          </a:prstGeom>
        </p:spPr>
      </p:pic>
    </p:spTree>
    <p:extLst>
      <p:ext uri="{BB962C8B-B14F-4D97-AF65-F5344CB8AC3E}">
        <p14:creationId xmlns:p14="http://schemas.microsoft.com/office/powerpoint/2010/main" val="33507887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rtl="0" eaLnBrk="1" latinLnBrk="0" hangingPunct="1">
        <a:spcBef>
          <a:spcPct val="0"/>
        </a:spcBef>
        <a:buNone/>
        <a:defRPr kumimoji="0" sz="6665" b="0" kern="1200">
          <a:ln>
            <a:noFill/>
          </a:ln>
          <a:solidFill>
            <a:schemeClr val="tx2"/>
          </a:solidFill>
          <a:effectLst/>
          <a:latin typeface="+mj-lt"/>
          <a:ea typeface="+mj-ea"/>
          <a:cs typeface="+mj-cs"/>
        </a:defRPr>
      </a:lvl1pPr>
    </p:titleStyle>
    <p:bodyStyle>
      <a:lvl1pPr marL="365760" indent="-365760" algn="l" rtl="0" eaLnBrk="1" latinLnBrk="0" hangingPunct="1">
        <a:spcBef>
          <a:spcPct val="20000"/>
        </a:spcBef>
        <a:buClr>
          <a:schemeClr val="accent3"/>
        </a:buClr>
        <a:buSzPct val="95000"/>
        <a:buFont typeface="Wingdings 2" panose="05020102010507070707"/>
        <a:buChar char=""/>
        <a:defRPr kumimoji="0" sz="3465" kern="1200">
          <a:solidFill>
            <a:schemeClr val="tx1"/>
          </a:solidFill>
          <a:latin typeface="+mn-lt"/>
          <a:ea typeface="+mn-ea"/>
          <a:cs typeface="+mn-cs"/>
        </a:defRPr>
      </a:lvl1pPr>
      <a:lvl2pPr marL="853440" indent="-328930" algn="l" rtl="0" eaLnBrk="1" latinLnBrk="0" hangingPunct="1">
        <a:spcBef>
          <a:spcPct val="20000"/>
        </a:spcBef>
        <a:buClr>
          <a:schemeClr val="accent1"/>
        </a:buClr>
        <a:buSzPct val="85000"/>
        <a:buFont typeface="Wingdings 2" panose="05020102010507070707"/>
        <a:buChar char=""/>
        <a:defRPr kumimoji="0" sz="3200" kern="1200">
          <a:solidFill>
            <a:schemeClr val="tx1"/>
          </a:solidFill>
          <a:latin typeface="+mn-lt"/>
          <a:ea typeface="+mn-ea"/>
          <a:cs typeface="+mn-cs"/>
        </a:defRPr>
      </a:lvl2pPr>
      <a:lvl3pPr marL="1219200" indent="-328930" algn="l" rtl="0" eaLnBrk="1" latinLnBrk="0" hangingPunct="1">
        <a:spcBef>
          <a:spcPct val="20000"/>
        </a:spcBef>
        <a:buClr>
          <a:schemeClr val="accent2"/>
        </a:buClr>
        <a:buSzPct val="70000"/>
        <a:buFont typeface="Wingdings 2" panose="05020102010507070707"/>
        <a:buChar char=""/>
        <a:defRPr kumimoji="0" sz="2800" kern="1200">
          <a:solidFill>
            <a:schemeClr val="tx1"/>
          </a:solidFill>
          <a:latin typeface="+mn-lt"/>
          <a:ea typeface="+mn-ea"/>
          <a:cs typeface="+mn-cs"/>
        </a:defRPr>
      </a:lvl3pPr>
      <a:lvl4pPr marL="1584960" indent="-280670" algn="l" rtl="0" eaLnBrk="1" latinLnBrk="0" hangingPunct="1">
        <a:spcBef>
          <a:spcPct val="20000"/>
        </a:spcBef>
        <a:buClr>
          <a:schemeClr val="accent3"/>
        </a:buClr>
        <a:buSzPct val="65000"/>
        <a:buFont typeface="Wingdings 2" panose="05020102010507070707"/>
        <a:buChar char=""/>
        <a:defRPr kumimoji="0" sz="2665" kern="1200">
          <a:solidFill>
            <a:schemeClr val="tx1"/>
          </a:solidFill>
          <a:latin typeface="+mn-lt"/>
          <a:ea typeface="+mn-ea"/>
          <a:cs typeface="+mn-cs"/>
        </a:defRPr>
      </a:lvl4pPr>
      <a:lvl5pPr marL="1950720" indent="-280670" algn="l" rtl="0" eaLnBrk="1" latinLnBrk="0" hangingPunct="1">
        <a:spcBef>
          <a:spcPct val="20000"/>
        </a:spcBef>
        <a:buClr>
          <a:schemeClr val="accent4"/>
        </a:buClr>
        <a:buSzPct val="65000"/>
        <a:buFont typeface="Wingdings 2" panose="05020102010507070707"/>
        <a:buChar char=""/>
        <a:defRPr kumimoji="0" sz="2665" kern="1200">
          <a:solidFill>
            <a:schemeClr val="tx1"/>
          </a:solidFill>
          <a:latin typeface="+mn-lt"/>
          <a:ea typeface="+mn-ea"/>
          <a:cs typeface="+mn-cs"/>
        </a:defRPr>
      </a:lvl5pPr>
      <a:lvl6pPr marL="2316480" indent="-280670" algn="l" rtl="0" eaLnBrk="1" latinLnBrk="0" hangingPunct="1">
        <a:spcBef>
          <a:spcPct val="20000"/>
        </a:spcBef>
        <a:buClr>
          <a:schemeClr val="accent5"/>
        </a:buClr>
        <a:buSzPct val="80000"/>
        <a:buFont typeface="Wingdings 2" panose="05020102010507070707"/>
        <a:buChar char=""/>
        <a:defRPr kumimoji="0" sz="2400" kern="1200">
          <a:solidFill>
            <a:schemeClr val="tx1"/>
          </a:solidFill>
          <a:latin typeface="+mn-lt"/>
          <a:ea typeface="+mn-ea"/>
          <a:cs typeface="+mn-cs"/>
        </a:defRPr>
      </a:lvl6pPr>
      <a:lvl7pPr marL="2560320" indent="-243840" algn="l" rtl="0" eaLnBrk="1" latinLnBrk="0" hangingPunct="1">
        <a:spcBef>
          <a:spcPct val="20000"/>
        </a:spcBef>
        <a:buClr>
          <a:schemeClr val="accent6"/>
        </a:buClr>
        <a:buSzPct val="80000"/>
        <a:buFont typeface="Wingdings 2" panose="05020102010507070707"/>
        <a:buChar char=""/>
        <a:defRPr kumimoji="0" sz="2135" kern="1200" baseline="0">
          <a:solidFill>
            <a:schemeClr val="tx1"/>
          </a:solidFill>
          <a:latin typeface="+mn-lt"/>
          <a:ea typeface="+mn-ea"/>
          <a:cs typeface="+mn-cs"/>
        </a:defRPr>
      </a:lvl7pPr>
      <a:lvl8pPr marL="2926080" indent="-243840" algn="l" rtl="0" eaLnBrk="1" latinLnBrk="0" hangingPunct="1">
        <a:spcBef>
          <a:spcPct val="20000"/>
        </a:spcBef>
        <a:buClr>
          <a:schemeClr val="tx2"/>
        </a:buClr>
        <a:buChar char="•"/>
        <a:defRPr kumimoji="0" sz="2135" kern="1200">
          <a:solidFill>
            <a:schemeClr val="tx1"/>
          </a:solidFill>
          <a:latin typeface="+mn-lt"/>
          <a:ea typeface="+mn-ea"/>
          <a:cs typeface="+mn-cs"/>
        </a:defRPr>
      </a:lvl8pPr>
      <a:lvl9pPr marL="3291840" indent="-243840" algn="l" rtl="0" eaLnBrk="1" latinLnBrk="0" hangingPunct="1">
        <a:spcBef>
          <a:spcPct val="20000"/>
        </a:spcBef>
        <a:buClr>
          <a:schemeClr val="tx2"/>
        </a:buClr>
        <a:buFontTx/>
        <a:buChar char="•"/>
        <a:defRPr kumimoji="0" sz="1865"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609600" algn="l" rtl="0" eaLnBrk="1" latinLnBrk="0" hangingPunct="1">
        <a:defRPr kumimoji="0" kern="1200">
          <a:solidFill>
            <a:schemeClr val="tx1"/>
          </a:solidFill>
          <a:latin typeface="+mn-lt"/>
          <a:ea typeface="+mn-ea"/>
          <a:cs typeface="+mn-cs"/>
        </a:defRPr>
      </a:lvl2pPr>
      <a:lvl3pPr marL="1219200" algn="l" rtl="0" eaLnBrk="1" latinLnBrk="0" hangingPunct="1">
        <a:defRPr kumimoji="0" kern="1200">
          <a:solidFill>
            <a:schemeClr val="tx1"/>
          </a:solidFill>
          <a:latin typeface="+mn-lt"/>
          <a:ea typeface="+mn-ea"/>
          <a:cs typeface="+mn-cs"/>
        </a:defRPr>
      </a:lvl3pPr>
      <a:lvl4pPr marL="1828800" algn="l" rtl="0" eaLnBrk="1" latinLnBrk="0" hangingPunct="1">
        <a:defRPr kumimoji="0" kern="1200">
          <a:solidFill>
            <a:schemeClr val="tx1"/>
          </a:solidFill>
          <a:latin typeface="+mn-lt"/>
          <a:ea typeface="+mn-ea"/>
          <a:cs typeface="+mn-cs"/>
        </a:defRPr>
      </a:lvl4pPr>
      <a:lvl5pPr marL="2438400" algn="l" rtl="0" eaLnBrk="1" latinLnBrk="0" hangingPunct="1">
        <a:defRPr kumimoji="0" kern="1200">
          <a:solidFill>
            <a:schemeClr val="tx1"/>
          </a:solidFill>
          <a:latin typeface="+mn-lt"/>
          <a:ea typeface="+mn-ea"/>
          <a:cs typeface="+mn-cs"/>
        </a:defRPr>
      </a:lvl5pPr>
      <a:lvl6pPr marL="3048000" algn="l" rtl="0" eaLnBrk="1" latinLnBrk="0" hangingPunct="1">
        <a:defRPr kumimoji="0" kern="1200">
          <a:solidFill>
            <a:schemeClr val="tx1"/>
          </a:solidFill>
          <a:latin typeface="+mn-lt"/>
          <a:ea typeface="+mn-ea"/>
          <a:cs typeface="+mn-cs"/>
        </a:defRPr>
      </a:lvl6pPr>
      <a:lvl7pPr marL="3657600" algn="l" rtl="0" eaLnBrk="1" latinLnBrk="0" hangingPunct="1">
        <a:defRPr kumimoji="0" kern="1200">
          <a:solidFill>
            <a:schemeClr val="tx1"/>
          </a:solidFill>
          <a:latin typeface="+mn-lt"/>
          <a:ea typeface="+mn-ea"/>
          <a:cs typeface="+mn-cs"/>
        </a:defRPr>
      </a:lvl7pPr>
      <a:lvl8pPr marL="4267200" algn="l" rtl="0" eaLnBrk="1" latinLnBrk="0" hangingPunct="1">
        <a:defRPr kumimoji="0" kern="1200">
          <a:solidFill>
            <a:schemeClr val="tx1"/>
          </a:solidFill>
          <a:latin typeface="+mn-lt"/>
          <a:ea typeface="+mn-ea"/>
          <a:cs typeface="+mn-cs"/>
        </a:defRPr>
      </a:lvl8pPr>
      <a:lvl9pPr marL="48768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9168CB2-A093-BF36-C526-0E85D6D769BD}"/>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20CE7F00-A7A2-2FA1-2137-9B7F4C8AE9C2}"/>
              </a:ext>
            </a:extLst>
          </p:cNvPr>
          <p:cNvSpPr txBox="1"/>
          <p:nvPr/>
        </p:nvSpPr>
        <p:spPr>
          <a:xfrm>
            <a:off x="995680" y="3180614"/>
            <a:ext cx="8153400" cy="563424"/>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2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a:t>
            </a:r>
            <a:r>
              <a:rPr kumimoji="0" lang="en-US" sz="2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a:t>
            </a:r>
            <a:r>
              <a:rPr kumimoji="0" lang="en-RW" sz="2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a:t>
            </a:r>
            <a:r>
              <a:rPr lang="en-US" sz="2800" b="1" kern="100" dirty="0">
                <a:solidFill>
                  <a:prstClr val="black"/>
                </a:solidFill>
                <a:latin typeface="Aptos" panose="020B0004020202020204" pitchFamily="34" charset="0"/>
                <a:ea typeface="Aptos" panose="020B0004020202020204" pitchFamily="34" charset="0"/>
                <a:cs typeface="Times New Roman" panose="02020603050405020304" pitchFamily="18" charset="0"/>
              </a:rPr>
              <a:t>ING</a:t>
            </a:r>
            <a:r>
              <a:rPr kumimoji="0" lang="en-US" sz="2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a:t>
            </a:r>
            <a:r>
              <a:rPr kumimoji="0" lang="en-RW" sz="2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ROU</a:t>
            </a:r>
            <a:r>
              <a:rPr lang="en-US" sz="2800" b="1" kern="100" dirty="0">
                <a:solidFill>
                  <a:prstClr val="black"/>
                </a:solidFill>
                <a:latin typeface="Aptos" panose="020B0004020202020204" pitchFamily="34" charset="0"/>
                <a:ea typeface="Aptos" panose="020B0004020202020204" pitchFamily="34" charset="0"/>
                <a:cs typeface="Times New Roman" panose="02020603050405020304" pitchFamily="18" charset="0"/>
              </a:rPr>
              <a:t>T</a:t>
            </a:r>
            <a:r>
              <a:rPr kumimoji="0" lang="en-US" sz="2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ING</a:t>
            </a:r>
            <a:endParaRPr kumimoji="0" lang="en-RW" sz="2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4127394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103695" y="609600"/>
            <a:ext cx="9875191" cy="1320800"/>
          </a:xfrm>
        </p:spPr>
        <p:txBody>
          <a:bodyPr>
            <a:noAutofit/>
          </a:bodyPr>
          <a:lstStyle/>
          <a:p>
            <a:pPr algn="ctr"/>
            <a:r>
              <a:rPr lang="en-US" sz="3000" dirty="0">
                <a:solidFill>
                  <a:schemeClr val="accent1">
                    <a:lumMod val="75000"/>
                  </a:schemeClr>
                </a:solidFill>
              </a:rPr>
              <a:t>Class 1: </a:t>
            </a:r>
            <a:r>
              <a:rPr lang="en-US" sz="3000" b="0" i="0" u="none" strike="noStrike" baseline="0" dirty="0">
                <a:latin typeface="CIDFont+F2"/>
              </a:rPr>
              <a:t>Basic Switch Configuration Using Packet Tracer</a:t>
            </a:r>
            <a:br>
              <a:rPr lang="en-US" sz="3000" b="0" i="0" u="none" strike="noStrike" baseline="0" dirty="0">
                <a:latin typeface="CIDFont+F2"/>
              </a:rPr>
            </a:br>
            <a:br>
              <a:rPr lang="en-US" sz="3000" dirty="0">
                <a:solidFill>
                  <a:schemeClr val="accent1">
                    <a:lumMod val="75000"/>
                  </a:schemeClr>
                </a:solidFill>
              </a:rPr>
            </a:br>
            <a:endParaRPr lang="en-US" sz="3000"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677334" y="1225485"/>
            <a:ext cx="8596668" cy="5552387"/>
          </a:xfrm>
        </p:spPr>
        <p:txBody>
          <a:bodyPr>
            <a:normAutofit/>
          </a:bodyPr>
          <a:lstStyle/>
          <a:p>
            <a:pPr lvl="5">
              <a:buFont typeface="Wingdings" panose="05000000000000000000" pitchFamily="2" charset="2"/>
              <a:buChar char="q"/>
            </a:pPr>
            <a:r>
              <a:rPr lang="en-US" sz="1600" b="1" dirty="0">
                <a:effectLst/>
                <a:latin typeface="+mj-lt"/>
                <a:ea typeface="Times New Roman" panose="02020603050405020304" pitchFamily="18" charset="0"/>
                <a:cs typeface="Times New Roman" panose="02020603050405020304" pitchFamily="18" charset="0"/>
              </a:rPr>
              <a:t>What to Cover.</a:t>
            </a:r>
          </a:p>
          <a:p>
            <a:pPr lvl="5"/>
            <a:r>
              <a:rPr lang="en-US" sz="1600" b="0" i="0" u="none" strike="noStrike" baseline="0" dirty="0">
                <a:latin typeface="+mj-lt"/>
              </a:rPr>
              <a:t>Hostname </a:t>
            </a:r>
            <a:r>
              <a:rPr lang="en-US" sz="1400" b="0" i="1" u="none" strike="noStrike" baseline="0" dirty="0">
                <a:latin typeface="+mj-lt"/>
              </a:rPr>
              <a:t>(hostname sw1)</a:t>
            </a:r>
          </a:p>
          <a:p>
            <a:pPr lvl="5"/>
            <a:r>
              <a:rPr lang="en-US" sz="1600" b="0" i="0" u="none" strike="noStrike" baseline="0" dirty="0">
                <a:latin typeface="+mj-lt"/>
              </a:rPr>
              <a:t>Line Console Password </a:t>
            </a:r>
            <a:r>
              <a:rPr lang="en-US" sz="1400" b="0" i="1" u="none" strike="noStrike" baseline="0" dirty="0">
                <a:latin typeface="+mj-lt"/>
              </a:rPr>
              <a:t>(line console 0, password 1234, login)</a:t>
            </a:r>
          </a:p>
          <a:p>
            <a:pPr lvl="5"/>
            <a:r>
              <a:rPr lang="en-US" sz="1600" b="0" i="0" u="none" strike="noStrike" baseline="0" dirty="0">
                <a:latin typeface="+mj-lt"/>
              </a:rPr>
              <a:t>Line VTY password </a:t>
            </a:r>
            <a:r>
              <a:rPr lang="en-US" sz="1400" b="0" i="1" u="none" strike="noStrike" baseline="0" dirty="0">
                <a:latin typeface="+mj-lt"/>
              </a:rPr>
              <a:t>(line </a:t>
            </a:r>
            <a:r>
              <a:rPr lang="en-US" sz="1400" b="0" i="1" u="none" strike="noStrike" baseline="0" dirty="0" err="1">
                <a:latin typeface="+mj-lt"/>
              </a:rPr>
              <a:t>vty</a:t>
            </a:r>
            <a:r>
              <a:rPr lang="en-US" sz="1400" b="0" i="1" u="none" strike="noStrike" baseline="0" dirty="0">
                <a:latin typeface="+mj-lt"/>
              </a:rPr>
              <a:t> 0 15, password 1234, login)</a:t>
            </a:r>
          </a:p>
          <a:p>
            <a:pPr lvl="5"/>
            <a:r>
              <a:rPr lang="en-US" sz="1600" b="0" i="0" u="none" strike="noStrike" baseline="0" dirty="0">
                <a:latin typeface="+mj-lt"/>
              </a:rPr>
              <a:t>Enable Passwords </a:t>
            </a:r>
            <a:r>
              <a:rPr lang="en-US" sz="1400" b="0" i="1" u="none" strike="noStrike" baseline="0" dirty="0">
                <a:latin typeface="+mj-lt"/>
              </a:rPr>
              <a:t>(enable password 1234)</a:t>
            </a:r>
          </a:p>
          <a:p>
            <a:pPr lvl="5"/>
            <a:r>
              <a:rPr lang="en-US" sz="1600" b="0" i="0" u="none" strike="noStrike" baseline="0" dirty="0">
                <a:latin typeface="+mj-lt"/>
              </a:rPr>
              <a:t>Banner Messages </a:t>
            </a:r>
            <a:r>
              <a:rPr lang="en-US" sz="1400" b="0" i="1" u="none" strike="noStrike" baseline="0" dirty="0">
                <a:latin typeface="+mj-lt"/>
              </a:rPr>
              <a:t>(banner </a:t>
            </a:r>
            <a:r>
              <a:rPr lang="en-US" sz="1400" b="0" i="1" u="none" strike="noStrike" baseline="0" dirty="0" err="1">
                <a:latin typeface="+mj-lt"/>
              </a:rPr>
              <a:t>motd</a:t>
            </a:r>
            <a:r>
              <a:rPr lang="en-US" sz="1400" b="0" i="1" u="none" strike="noStrike" baseline="0" dirty="0">
                <a:latin typeface="+mj-lt"/>
              </a:rPr>
              <a:t> #This is sw1 for HR#)</a:t>
            </a:r>
          </a:p>
          <a:p>
            <a:pPr lvl="5"/>
            <a:r>
              <a:rPr lang="en-US" sz="1600" b="0" i="0" u="none" strike="noStrike" baseline="0" dirty="0">
                <a:latin typeface="+mj-lt"/>
              </a:rPr>
              <a:t>Logging Synchronous </a:t>
            </a:r>
            <a:r>
              <a:rPr lang="en-US" sz="1400" b="0" i="1" u="none" strike="noStrike" baseline="0" dirty="0">
                <a:latin typeface="+mj-lt"/>
              </a:rPr>
              <a:t>(line console 0, logging synchronous)</a:t>
            </a:r>
          </a:p>
          <a:p>
            <a:pPr lvl="5"/>
            <a:r>
              <a:rPr lang="en-US" sz="1600" b="0" i="0" u="none" strike="noStrike" baseline="0" dirty="0">
                <a:latin typeface="+mj-lt"/>
              </a:rPr>
              <a:t>Exec Timeout </a:t>
            </a:r>
            <a:r>
              <a:rPr lang="en-US" sz="1400" b="0" i="1" u="none" strike="noStrike" baseline="0" dirty="0">
                <a:latin typeface="+mj-lt"/>
              </a:rPr>
              <a:t>(line console 0, exec-timeout 4 0)</a:t>
            </a:r>
          </a:p>
          <a:p>
            <a:pPr lvl="5"/>
            <a:r>
              <a:rPr lang="en-US" sz="1600" dirty="0"/>
              <a:t>Disable IP Domain Lookup</a:t>
            </a:r>
            <a:r>
              <a:rPr lang="en-US" sz="1400" i="1" dirty="0"/>
              <a:t>(no </a:t>
            </a:r>
            <a:r>
              <a:rPr lang="en-US" sz="1400" i="1" dirty="0" err="1"/>
              <a:t>ip</a:t>
            </a:r>
            <a:r>
              <a:rPr lang="en-US" sz="1400" i="1" dirty="0"/>
              <a:t> domain lookup)</a:t>
            </a:r>
          </a:p>
          <a:p>
            <a:pPr lvl="5"/>
            <a:r>
              <a:rPr lang="en-US" sz="1600" dirty="0"/>
              <a:t>Domain name </a:t>
            </a:r>
            <a:r>
              <a:rPr lang="en-US" sz="1400" i="1" dirty="0"/>
              <a:t>(</a:t>
            </a:r>
            <a:r>
              <a:rPr lang="en-US" sz="1400" i="1" dirty="0" err="1"/>
              <a:t>ip</a:t>
            </a:r>
            <a:r>
              <a:rPr lang="en-US" sz="1400" i="1" dirty="0"/>
              <a:t> domain-name cisco.com)</a:t>
            </a:r>
          </a:p>
          <a:p>
            <a:pPr lvl="5"/>
            <a:r>
              <a:rPr lang="en-US" sz="1600" dirty="0"/>
              <a:t>Username and password </a:t>
            </a:r>
            <a:r>
              <a:rPr lang="en-US" sz="1400" i="1" dirty="0"/>
              <a:t>(username Admin password cisco)</a:t>
            </a:r>
          </a:p>
          <a:p>
            <a:pPr lvl="5"/>
            <a:r>
              <a:rPr lang="en-US" sz="1600" dirty="0"/>
              <a:t>Encrypting all passwords </a:t>
            </a:r>
            <a:r>
              <a:rPr lang="en-US" sz="1400" i="1" dirty="0"/>
              <a:t>(service password-encryption)</a:t>
            </a:r>
          </a:p>
          <a:p>
            <a:pPr lvl="5"/>
            <a:r>
              <a:rPr lang="en-US" sz="1600" dirty="0"/>
              <a:t>Set current clock time and date </a:t>
            </a:r>
            <a:r>
              <a:rPr lang="en-US" sz="1400" i="1" dirty="0"/>
              <a:t>(clock set 12:30:59 Feb 28 2023)</a:t>
            </a:r>
          </a:p>
          <a:p>
            <a:pPr lvl="5"/>
            <a:r>
              <a:rPr lang="en-US" sz="1600" dirty="0"/>
              <a:t>Set management IP </a:t>
            </a:r>
            <a:r>
              <a:rPr lang="en-US" sz="1400" i="1" dirty="0"/>
              <a:t>(int </a:t>
            </a:r>
            <a:r>
              <a:rPr lang="en-US" sz="1400" i="1" dirty="0" err="1"/>
              <a:t>vlan</a:t>
            </a:r>
            <a:r>
              <a:rPr lang="en-US" sz="1400" i="1" dirty="0"/>
              <a:t> 1, no shutdown, </a:t>
            </a:r>
            <a:r>
              <a:rPr lang="en-US" sz="1400" i="1" dirty="0" err="1"/>
              <a:t>ip</a:t>
            </a:r>
            <a:r>
              <a:rPr lang="en-US" sz="1400" i="1" dirty="0"/>
              <a:t> add 10.10.10.10 255.255.255.0)</a:t>
            </a:r>
          </a:p>
          <a:p>
            <a:pPr lvl="5"/>
            <a:r>
              <a:rPr lang="en-US" sz="1600" dirty="0"/>
              <a:t>Configure default gateway </a:t>
            </a:r>
            <a:r>
              <a:rPr lang="en-US" sz="1400" i="1" dirty="0"/>
              <a:t>(</a:t>
            </a:r>
            <a:r>
              <a:rPr lang="en-US" sz="1400" i="1" dirty="0" err="1"/>
              <a:t>ip</a:t>
            </a:r>
            <a:r>
              <a:rPr lang="en-US" sz="1400" i="1" dirty="0"/>
              <a:t> default-gateway 10.10.10.1)</a:t>
            </a:r>
          </a:p>
          <a:p>
            <a:pPr lvl="5"/>
            <a:r>
              <a:rPr lang="en-US" sz="1600" b="0" i="0" u="none" strike="noStrike" baseline="0" dirty="0">
                <a:latin typeface="+mj-lt"/>
              </a:rPr>
              <a:t>Save the Configuration </a:t>
            </a:r>
            <a:r>
              <a:rPr lang="en-US" sz="1400" b="0" i="1" u="none" strike="noStrike" baseline="0" dirty="0">
                <a:latin typeface="+mj-lt"/>
              </a:rPr>
              <a:t>(write/</a:t>
            </a:r>
            <a:r>
              <a:rPr lang="en-US" sz="1400" b="0" i="1" u="none" strike="noStrike" baseline="0" dirty="0" err="1">
                <a:latin typeface="+mj-lt"/>
              </a:rPr>
              <a:t>wr</a:t>
            </a:r>
            <a:r>
              <a:rPr lang="en-US" sz="1400" b="0" i="1" u="none" strike="noStrike" baseline="0" dirty="0">
                <a:latin typeface="+mj-lt"/>
              </a:rPr>
              <a:t> (privileged mode) or do write/</a:t>
            </a:r>
            <a:r>
              <a:rPr lang="en-US" sz="1400" b="0" i="1" u="none" strike="noStrike" baseline="0" dirty="0" err="1">
                <a:latin typeface="+mj-lt"/>
              </a:rPr>
              <a:t>wr</a:t>
            </a:r>
            <a:r>
              <a:rPr lang="en-US" sz="1400" b="0" i="1" u="none" strike="noStrike" baseline="0" dirty="0">
                <a:latin typeface="+mj-lt"/>
              </a:rPr>
              <a:t>(config mode))</a:t>
            </a:r>
          </a:p>
          <a:p>
            <a:pPr lvl="5"/>
            <a:r>
              <a:rPr lang="en-US" sz="1600" dirty="0">
                <a:latin typeface="+mj-lt"/>
              </a:rPr>
              <a:t>Show Saved and Running Configurations </a:t>
            </a:r>
            <a:r>
              <a:rPr lang="en-US" sz="1400" b="0" i="1" u="none" strike="noStrike" baseline="0" dirty="0">
                <a:latin typeface="+mj-lt"/>
              </a:rPr>
              <a:t>(show start/run(privileged mode) or do show start/run(config mode))</a:t>
            </a:r>
          </a:p>
          <a:p>
            <a:pPr lvl="5"/>
            <a:endParaRPr lang="en-US" sz="1600" dirty="0">
              <a:latin typeface="+mj-lt"/>
            </a:endParaRPr>
          </a:p>
        </p:txBody>
      </p:sp>
    </p:spTree>
    <p:extLst>
      <p:ext uri="{BB962C8B-B14F-4D97-AF65-F5344CB8AC3E}">
        <p14:creationId xmlns:p14="http://schemas.microsoft.com/office/powerpoint/2010/main" val="35837795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0" y="547256"/>
            <a:ext cx="11908971" cy="1654629"/>
          </a:xfrm>
        </p:spPr>
        <p:txBody>
          <a:bodyPr>
            <a:normAutofit fontScale="90000"/>
          </a:bodyPr>
          <a:lstStyle/>
          <a:p>
            <a:pPr algn="ctr"/>
            <a:r>
              <a:rPr lang="en-US" sz="3600" dirty="0">
                <a:solidFill>
                  <a:schemeClr val="accent1">
                    <a:lumMod val="75000"/>
                  </a:schemeClr>
                </a:solidFill>
              </a:rPr>
              <a:t> </a:t>
            </a:r>
            <a:r>
              <a:rPr lang="en-US" sz="3600" b="0" i="0" u="none" strike="noStrike" baseline="0" dirty="0">
                <a:latin typeface="CIDFont+F2"/>
              </a:rPr>
              <a:t>How to Connect PC to a Switch Using Console Cable | Other Switch Ports</a:t>
            </a:r>
            <a:br>
              <a:rPr lang="en-US" sz="3600" b="0" i="0" u="none" strike="noStrike" baseline="0" dirty="0">
                <a:latin typeface="CIDFont+F2"/>
              </a:rPr>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677334" y="1662546"/>
            <a:ext cx="8596668" cy="4764854"/>
          </a:xfrm>
        </p:spPr>
        <p:txBody>
          <a:bodyPr>
            <a:normAutofit/>
          </a:bodyPr>
          <a:lstStyle/>
          <a:p>
            <a:pPr>
              <a:buFont typeface="Wingdings" panose="05000000000000000000" pitchFamily="2" charset="2"/>
              <a:buChar char="q"/>
            </a:pPr>
            <a:r>
              <a:rPr lang="en-US" sz="1600" b="1" dirty="0">
                <a:effectLst/>
                <a:latin typeface="+mj-lt"/>
                <a:ea typeface="Times New Roman" panose="02020603050405020304" pitchFamily="18" charset="0"/>
                <a:cs typeface="Times New Roman" panose="02020603050405020304" pitchFamily="18" charset="0"/>
              </a:rPr>
              <a:t>What to Cover.</a:t>
            </a:r>
          </a:p>
          <a:p>
            <a:r>
              <a:rPr lang="en-US" sz="1600" b="0" i="0" u="none" strike="noStrike" baseline="0" dirty="0">
                <a:latin typeface="+mj-lt"/>
              </a:rPr>
              <a:t>Types of Switch Ports</a:t>
            </a:r>
          </a:p>
          <a:p>
            <a:endParaRPr lang="en-US" sz="1600" b="0" i="0" u="none" strike="noStrike" baseline="0" dirty="0">
              <a:latin typeface="+mj-lt"/>
            </a:endParaRPr>
          </a:p>
          <a:p>
            <a:pPr>
              <a:buFontTx/>
              <a:buChar char="-"/>
            </a:pPr>
            <a:endParaRPr lang="en-US" sz="1600" b="0" i="0" u="none" strike="noStrike" baseline="0" dirty="0">
              <a:latin typeface="+mj-lt"/>
            </a:endParaRPr>
          </a:p>
        </p:txBody>
      </p:sp>
      <p:pic>
        <p:nvPicPr>
          <p:cNvPr id="6" name="Picture 5">
            <a:extLst>
              <a:ext uri="{FF2B5EF4-FFF2-40B4-BE49-F238E27FC236}">
                <a16:creationId xmlns:a16="http://schemas.microsoft.com/office/drawing/2014/main" id="{9F4DE57D-A14F-4B26-8966-36EF61A6C0BA}"/>
              </a:ext>
            </a:extLst>
          </p:cNvPr>
          <p:cNvPicPr>
            <a:picLocks noChangeAspect="1"/>
          </p:cNvPicPr>
          <p:nvPr/>
        </p:nvPicPr>
        <p:blipFill>
          <a:blip r:embed="rId2"/>
          <a:stretch>
            <a:fillRect/>
          </a:stretch>
        </p:blipFill>
        <p:spPr>
          <a:xfrm>
            <a:off x="1379409" y="4966855"/>
            <a:ext cx="6794774" cy="1891145"/>
          </a:xfrm>
          <a:prstGeom prst="rect">
            <a:avLst/>
          </a:prstGeom>
        </p:spPr>
      </p:pic>
      <p:graphicFrame>
        <p:nvGraphicFramePr>
          <p:cNvPr id="7" name="Table 7">
            <a:extLst>
              <a:ext uri="{FF2B5EF4-FFF2-40B4-BE49-F238E27FC236}">
                <a16:creationId xmlns:a16="http://schemas.microsoft.com/office/drawing/2014/main" id="{3BA61C47-FFB5-4A04-9783-0E140B74F229}"/>
              </a:ext>
            </a:extLst>
          </p:cNvPr>
          <p:cNvGraphicFramePr>
            <a:graphicFrameLocks noGrp="1"/>
          </p:cNvGraphicFramePr>
          <p:nvPr/>
        </p:nvGraphicFramePr>
        <p:xfrm>
          <a:off x="1136073" y="2438400"/>
          <a:ext cx="9213272" cy="2097856"/>
        </p:xfrm>
        <a:graphic>
          <a:graphicData uri="http://schemas.openxmlformats.org/drawingml/2006/table">
            <a:tbl>
              <a:tblPr firstRow="1" bandRow="1">
                <a:tableStyleId>{5C22544A-7EE6-4342-B048-85BDC9FD1C3A}</a:tableStyleId>
              </a:tblPr>
              <a:tblGrid>
                <a:gridCol w="2133720">
                  <a:extLst>
                    <a:ext uri="{9D8B030D-6E8A-4147-A177-3AD203B41FA5}">
                      <a16:colId xmlns:a16="http://schemas.microsoft.com/office/drawing/2014/main" val="233592972"/>
                    </a:ext>
                  </a:extLst>
                </a:gridCol>
                <a:gridCol w="2133720">
                  <a:extLst>
                    <a:ext uri="{9D8B030D-6E8A-4147-A177-3AD203B41FA5}">
                      <a16:colId xmlns:a16="http://schemas.microsoft.com/office/drawing/2014/main" val="3568653569"/>
                    </a:ext>
                  </a:extLst>
                </a:gridCol>
                <a:gridCol w="2133720">
                  <a:extLst>
                    <a:ext uri="{9D8B030D-6E8A-4147-A177-3AD203B41FA5}">
                      <a16:colId xmlns:a16="http://schemas.microsoft.com/office/drawing/2014/main" val="3171622494"/>
                    </a:ext>
                  </a:extLst>
                </a:gridCol>
                <a:gridCol w="2812112">
                  <a:extLst>
                    <a:ext uri="{9D8B030D-6E8A-4147-A177-3AD203B41FA5}">
                      <a16:colId xmlns:a16="http://schemas.microsoft.com/office/drawing/2014/main" val="1835249866"/>
                    </a:ext>
                  </a:extLst>
                </a:gridCol>
              </a:tblGrid>
              <a:tr h="524464">
                <a:tc>
                  <a:txBody>
                    <a:bodyPr/>
                    <a:lstStyle/>
                    <a:p>
                      <a:r>
                        <a:rPr lang="en-US" sz="1400" dirty="0"/>
                        <a:t>Port</a:t>
                      </a:r>
                    </a:p>
                  </a:txBody>
                  <a:tcPr/>
                </a:tc>
                <a:tc>
                  <a:txBody>
                    <a:bodyPr/>
                    <a:lstStyle/>
                    <a:p>
                      <a:r>
                        <a:rPr lang="en-US" sz="1400" dirty="0"/>
                        <a:t>Cabling</a:t>
                      </a:r>
                    </a:p>
                  </a:txBody>
                  <a:tcPr/>
                </a:tc>
                <a:tc>
                  <a:txBody>
                    <a:bodyPr/>
                    <a:lstStyle/>
                    <a:p>
                      <a:r>
                        <a:rPr lang="en-US" sz="1400" dirty="0"/>
                        <a:t>Function</a:t>
                      </a:r>
                    </a:p>
                  </a:txBody>
                  <a:tcPr/>
                </a:tc>
                <a:tc>
                  <a:txBody>
                    <a:bodyPr/>
                    <a:lstStyle/>
                    <a:p>
                      <a:r>
                        <a:rPr lang="en-US" sz="1400" dirty="0"/>
                        <a:t>Devices Connecting</a:t>
                      </a:r>
                    </a:p>
                  </a:txBody>
                  <a:tcPr/>
                </a:tc>
                <a:extLst>
                  <a:ext uri="{0D108BD9-81ED-4DB2-BD59-A6C34878D82A}">
                    <a16:rowId xmlns:a16="http://schemas.microsoft.com/office/drawing/2014/main" val="328645885"/>
                  </a:ext>
                </a:extLst>
              </a:tr>
              <a:tr h="5244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latin typeface="+mn-lt"/>
                          <a:ea typeface="+mn-ea"/>
                          <a:cs typeface="+mn-cs"/>
                        </a:rPr>
                        <a:t>Console Port</a:t>
                      </a:r>
                    </a:p>
                    <a:p>
                      <a:endParaRPr lang="en-US" sz="1400" dirty="0"/>
                    </a:p>
                  </a:txBody>
                  <a:tcPr/>
                </a:tc>
                <a:tc>
                  <a:txBody>
                    <a:bodyPr/>
                    <a:lstStyle/>
                    <a:p>
                      <a:r>
                        <a:rPr lang="en-US" sz="1400" dirty="0"/>
                        <a:t>Console Cable</a:t>
                      </a:r>
                    </a:p>
                  </a:txBody>
                  <a:tcPr/>
                </a:tc>
                <a:tc>
                  <a:txBody>
                    <a:bodyPr/>
                    <a:lstStyle/>
                    <a:p>
                      <a:r>
                        <a:rPr lang="en-US" sz="1400" dirty="0"/>
                        <a:t>To configure the switch</a:t>
                      </a:r>
                    </a:p>
                  </a:txBody>
                  <a:tcPr/>
                </a:tc>
                <a:tc>
                  <a:txBody>
                    <a:bodyPr/>
                    <a:lstStyle/>
                    <a:p>
                      <a:r>
                        <a:rPr lang="en-US" sz="1400" dirty="0"/>
                        <a:t>Computers</a:t>
                      </a:r>
                    </a:p>
                  </a:txBody>
                  <a:tcPr/>
                </a:tc>
                <a:extLst>
                  <a:ext uri="{0D108BD9-81ED-4DB2-BD59-A6C34878D82A}">
                    <a16:rowId xmlns:a16="http://schemas.microsoft.com/office/drawing/2014/main" val="576618254"/>
                  </a:ext>
                </a:extLst>
              </a:tr>
              <a:tr h="5244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mn-lt"/>
                          <a:ea typeface="+mn-ea"/>
                          <a:cs typeface="+mn-cs"/>
                        </a:rPr>
                        <a:t>Giga Port</a:t>
                      </a:r>
                    </a:p>
                    <a:p>
                      <a:endParaRPr lang="en-US" sz="1400" dirty="0"/>
                    </a:p>
                  </a:txBody>
                  <a:tcPr/>
                </a:tc>
                <a:tc>
                  <a:txBody>
                    <a:bodyPr/>
                    <a:lstStyle/>
                    <a:p>
                      <a:r>
                        <a:rPr lang="en-US" sz="1400" dirty="0"/>
                        <a:t>CAT cable</a:t>
                      </a:r>
                    </a:p>
                  </a:txBody>
                  <a:tcPr/>
                </a:tc>
                <a:tc>
                  <a:txBody>
                    <a:bodyPr/>
                    <a:lstStyle/>
                    <a:p>
                      <a:r>
                        <a:rPr lang="en-US" sz="1400" dirty="0"/>
                        <a:t>To share data</a:t>
                      </a:r>
                    </a:p>
                  </a:txBody>
                  <a:tcPr/>
                </a:tc>
                <a:tc>
                  <a:txBody>
                    <a:bodyPr/>
                    <a:lstStyle/>
                    <a:p>
                      <a:r>
                        <a:rPr lang="en-US" sz="1400" dirty="0"/>
                        <a:t>Routers, switches, PCs</a:t>
                      </a:r>
                    </a:p>
                  </a:txBody>
                  <a:tcPr/>
                </a:tc>
                <a:extLst>
                  <a:ext uri="{0D108BD9-81ED-4DB2-BD59-A6C34878D82A}">
                    <a16:rowId xmlns:a16="http://schemas.microsoft.com/office/drawing/2014/main" val="98233565"/>
                  </a:ext>
                </a:extLst>
              </a:tr>
              <a:tr h="52446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b="0" i="0" u="none" strike="noStrike" kern="1200" baseline="0" dirty="0">
                          <a:solidFill>
                            <a:schemeClr val="dk1"/>
                          </a:solidFill>
                          <a:latin typeface="+mn-lt"/>
                          <a:ea typeface="+mn-ea"/>
                          <a:cs typeface="+mn-cs"/>
                        </a:rPr>
                        <a:t>Ethernet Port</a:t>
                      </a:r>
                    </a:p>
                    <a:p>
                      <a:endParaRPr lang="en-US"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CAT cable</a:t>
                      </a:r>
                    </a:p>
                    <a:p>
                      <a:endParaRPr lang="en-US" sz="14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t>To share data</a:t>
                      </a:r>
                    </a:p>
                    <a:p>
                      <a:endParaRPr lang="en-US" sz="1400" dirty="0"/>
                    </a:p>
                  </a:txBody>
                  <a:tcPr/>
                </a:tc>
                <a:tc>
                  <a:txBody>
                    <a:bodyPr/>
                    <a:lstStyle/>
                    <a:p>
                      <a:r>
                        <a:rPr lang="en-US" sz="1400" dirty="0"/>
                        <a:t>Routers, switches, PCs</a:t>
                      </a:r>
                    </a:p>
                    <a:p>
                      <a:endParaRPr lang="en-US" sz="1400" dirty="0"/>
                    </a:p>
                  </a:txBody>
                  <a:tcPr/>
                </a:tc>
                <a:extLst>
                  <a:ext uri="{0D108BD9-81ED-4DB2-BD59-A6C34878D82A}">
                    <a16:rowId xmlns:a16="http://schemas.microsoft.com/office/drawing/2014/main" val="2437415399"/>
                  </a:ext>
                </a:extLst>
              </a:tr>
            </a:tbl>
          </a:graphicData>
        </a:graphic>
      </p:graphicFrame>
    </p:spTree>
    <p:extLst>
      <p:ext uri="{BB962C8B-B14F-4D97-AF65-F5344CB8AC3E}">
        <p14:creationId xmlns:p14="http://schemas.microsoft.com/office/powerpoint/2010/main" val="27548622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1" y="609600"/>
            <a:ext cx="9978886" cy="1320800"/>
          </a:xfrm>
        </p:spPr>
        <p:txBody>
          <a:bodyPr>
            <a:normAutofit fontScale="90000"/>
          </a:bodyPr>
          <a:lstStyle/>
          <a:p>
            <a:pPr algn="ctr"/>
            <a:br>
              <a:rPr lang="en-US" sz="3600" b="0" i="0" u="none" strike="noStrike" baseline="0" dirty="0">
                <a:latin typeface="CIDFont+F2"/>
              </a:rPr>
            </a:br>
            <a:br>
              <a:rPr lang="en-US" sz="3600" dirty="0">
                <a:solidFill>
                  <a:schemeClr val="accent1">
                    <a:lumMod val="75000"/>
                  </a:schemeClr>
                </a:solidFill>
              </a:rPr>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849051" y="609600"/>
            <a:ext cx="8596668" cy="4764854"/>
          </a:xfrm>
        </p:spPr>
        <p:txBody>
          <a:bodyPr>
            <a:normAutofit/>
          </a:bodyPr>
          <a:lstStyle/>
          <a:p>
            <a:pPr>
              <a:buFont typeface="Wingdings" panose="05000000000000000000" pitchFamily="2" charset="2"/>
              <a:buChar char="q"/>
            </a:pPr>
            <a:r>
              <a:rPr lang="en-US" sz="2400" b="1" dirty="0">
                <a:effectLst/>
                <a:latin typeface="+mj-lt"/>
                <a:ea typeface="Times New Roman" panose="02020603050405020304" pitchFamily="18" charset="0"/>
                <a:cs typeface="Times New Roman" panose="02020603050405020304" pitchFamily="18" charset="0"/>
              </a:rPr>
              <a:t>Connecting PC to Switch Using Console Cable.</a:t>
            </a:r>
          </a:p>
          <a:p>
            <a:r>
              <a:rPr lang="en-US" sz="1600" b="0" i="0" u="none" strike="noStrike" baseline="0" dirty="0">
                <a:latin typeface="+mj-lt"/>
              </a:rPr>
              <a:t>Requirements</a:t>
            </a:r>
          </a:p>
          <a:p>
            <a:pPr>
              <a:buFontTx/>
              <a:buChar char="-"/>
            </a:pPr>
            <a:r>
              <a:rPr lang="en-US" sz="1600" dirty="0">
                <a:latin typeface="+mj-lt"/>
              </a:rPr>
              <a:t>Hardware (PC, Switch and Console cable)</a:t>
            </a:r>
          </a:p>
          <a:p>
            <a:pPr>
              <a:buFontTx/>
              <a:buChar char="-"/>
            </a:pPr>
            <a:r>
              <a:rPr lang="en-US" sz="1600" b="0" i="0" u="none" strike="noStrike" baseline="0" dirty="0">
                <a:latin typeface="+mj-lt"/>
              </a:rPr>
              <a:t>Software (Putty or Tera Term</a:t>
            </a:r>
            <a:r>
              <a:rPr lang="en-US" sz="1600" dirty="0">
                <a:latin typeface="+mj-lt"/>
              </a:rPr>
              <a:t> or </a:t>
            </a:r>
            <a:r>
              <a:rPr lang="en-US" sz="1600" b="0" i="0" u="none" strike="noStrike" baseline="0" dirty="0">
                <a:latin typeface="+mj-lt"/>
              </a:rPr>
              <a:t>Secure CRT)</a:t>
            </a:r>
          </a:p>
          <a:p>
            <a:endParaRPr lang="en-US" sz="1600" b="0" i="0" u="none" strike="noStrike" baseline="0" dirty="0">
              <a:latin typeface="+mj-lt"/>
            </a:endParaRPr>
          </a:p>
          <a:p>
            <a:pPr>
              <a:buFontTx/>
              <a:buChar char="-"/>
            </a:pPr>
            <a:endParaRPr lang="en-US" sz="1600" b="0" i="0" u="none" strike="noStrike" baseline="0" dirty="0">
              <a:latin typeface="+mj-lt"/>
            </a:endParaRPr>
          </a:p>
        </p:txBody>
      </p:sp>
      <p:pic>
        <p:nvPicPr>
          <p:cNvPr id="9" name="Picture 8">
            <a:extLst>
              <a:ext uri="{FF2B5EF4-FFF2-40B4-BE49-F238E27FC236}">
                <a16:creationId xmlns:a16="http://schemas.microsoft.com/office/drawing/2014/main" id="{0EA87DEA-B2E0-48F4-9780-9D55E3256514}"/>
              </a:ext>
            </a:extLst>
          </p:cNvPr>
          <p:cNvPicPr>
            <a:picLocks noChangeAspect="1"/>
          </p:cNvPicPr>
          <p:nvPr/>
        </p:nvPicPr>
        <p:blipFill>
          <a:blip r:embed="rId2"/>
          <a:stretch>
            <a:fillRect/>
          </a:stretch>
        </p:blipFill>
        <p:spPr>
          <a:xfrm>
            <a:off x="182980" y="3243456"/>
            <a:ext cx="2941184" cy="1861944"/>
          </a:xfrm>
          <a:prstGeom prst="rect">
            <a:avLst/>
          </a:prstGeom>
        </p:spPr>
      </p:pic>
      <p:pic>
        <p:nvPicPr>
          <p:cNvPr id="8" name="Picture 7">
            <a:extLst>
              <a:ext uri="{FF2B5EF4-FFF2-40B4-BE49-F238E27FC236}">
                <a16:creationId xmlns:a16="http://schemas.microsoft.com/office/drawing/2014/main" id="{FAA09E57-78AB-4E2F-B58A-30223EA3E3E1}"/>
              </a:ext>
            </a:extLst>
          </p:cNvPr>
          <p:cNvPicPr>
            <a:picLocks noChangeAspect="1"/>
          </p:cNvPicPr>
          <p:nvPr/>
        </p:nvPicPr>
        <p:blipFill>
          <a:blip r:embed="rId3"/>
          <a:stretch>
            <a:fillRect/>
          </a:stretch>
        </p:blipFill>
        <p:spPr>
          <a:xfrm>
            <a:off x="3295882" y="3243455"/>
            <a:ext cx="3321486" cy="2057888"/>
          </a:xfrm>
          <a:prstGeom prst="rect">
            <a:avLst/>
          </a:prstGeom>
        </p:spPr>
      </p:pic>
      <p:pic>
        <p:nvPicPr>
          <p:cNvPr id="11" name="Picture 10">
            <a:extLst>
              <a:ext uri="{FF2B5EF4-FFF2-40B4-BE49-F238E27FC236}">
                <a16:creationId xmlns:a16="http://schemas.microsoft.com/office/drawing/2014/main" id="{D3C9BAD8-6F68-4DEA-9F1D-17F1F64D314B}"/>
              </a:ext>
            </a:extLst>
          </p:cNvPr>
          <p:cNvPicPr>
            <a:picLocks noChangeAspect="1"/>
          </p:cNvPicPr>
          <p:nvPr/>
        </p:nvPicPr>
        <p:blipFill>
          <a:blip r:embed="rId4"/>
          <a:stretch>
            <a:fillRect/>
          </a:stretch>
        </p:blipFill>
        <p:spPr>
          <a:xfrm>
            <a:off x="6982342" y="2761864"/>
            <a:ext cx="4926755" cy="2834071"/>
          </a:xfrm>
          <a:prstGeom prst="rect">
            <a:avLst/>
          </a:prstGeom>
        </p:spPr>
      </p:pic>
    </p:spTree>
    <p:extLst>
      <p:ext uri="{BB962C8B-B14F-4D97-AF65-F5344CB8AC3E}">
        <p14:creationId xmlns:p14="http://schemas.microsoft.com/office/powerpoint/2010/main" val="27975712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297527" y="206828"/>
            <a:ext cx="11698530" cy="609601"/>
          </a:xfrm>
        </p:spPr>
        <p:txBody>
          <a:bodyPr>
            <a:normAutofit/>
          </a:bodyPr>
          <a:lstStyle/>
          <a:p>
            <a:pPr algn="ctr"/>
            <a:r>
              <a:rPr lang="en-US" sz="3600" b="0" i="0" u="none" strike="noStrike" baseline="0" dirty="0">
                <a:latin typeface="CIDFont+F2"/>
              </a:rPr>
              <a:t>How to Configure Trunk and Access Switchport Modes</a:t>
            </a: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677334" y="1662546"/>
            <a:ext cx="9213273" cy="5195454"/>
          </a:xfrm>
        </p:spPr>
        <p:txBody>
          <a:bodyPr>
            <a:normAutofit/>
          </a:bodyPr>
          <a:lstStyle/>
          <a:p>
            <a:pPr>
              <a:buFont typeface="Wingdings" panose="05000000000000000000" pitchFamily="2" charset="2"/>
              <a:buChar char="q"/>
            </a:pPr>
            <a:r>
              <a:rPr lang="en-US" sz="2000" b="1" dirty="0">
                <a:effectLst/>
                <a:latin typeface="+mj-lt"/>
                <a:ea typeface="Times New Roman" panose="02020603050405020304" pitchFamily="18" charset="0"/>
                <a:cs typeface="Times New Roman" panose="02020603050405020304" pitchFamily="18" charset="0"/>
              </a:rPr>
              <a:t>What to Cover.</a:t>
            </a:r>
          </a:p>
          <a:p>
            <a:r>
              <a:rPr lang="en-US" sz="2000" b="0" i="0" u="none" strike="noStrike" baseline="0" dirty="0">
                <a:latin typeface="+mj-lt"/>
              </a:rPr>
              <a:t>Trunk and Access Switchport Modes</a:t>
            </a:r>
          </a:p>
          <a:p>
            <a:pPr>
              <a:buFontTx/>
              <a:buChar char="-"/>
            </a:pPr>
            <a:r>
              <a:rPr lang="en-US" sz="1800" b="1" i="0" dirty="0">
                <a:effectLst/>
                <a:latin typeface="+mj-lt"/>
              </a:rPr>
              <a:t>A switch port can be in one of two modes: </a:t>
            </a:r>
            <a:r>
              <a:rPr lang="en-US" sz="1800" b="1" i="1" dirty="0">
                <a:effectLst/>
                <a:latin typeface="+mj-lt"/>
              </a:rPr>
              <a:t>access</a:t>
            </a:r>
            <a:r>
              <a:rPr lang="en-US" sz="1800" b="1" i="0" dirty="0">
                <a:effectLst/>
                <a:latin typeface="+mj-lt"/>
              </a:rPr>
              <a:t> and </a:t>
            </a:r>
            <a:r>
              <a:rPr lang="en-US" sz="1800" b="1" i="1" dirty="0">
                <a:effectLst/>
                <a:latin typeface="+mj-lt"/>
              </a:rPr>
              <a:t>trunk</a:t>
            </a:r>
            <a:endParaRPr lang="en-US" sz="2000" b="1" i="0" u="none" strike="noStrike" baseline="0" dirty="0">
              <a:latin typeface="+mj-lt"/>
            </a:endParaRPr>
          </a:p>
          <a:p>
            <a:pPr>
              <a:buAutoNum type="alphaLcPeriod"/>
            </a:pPr>
            <a:r>
              <a:rPr lang="en-US" sz="1800" b="1" dirty="0">
                <a:latin typeface="+mj-lt"/>
              </a:rPr>
              <a:t>Access Link- </a:t>
            </a:r>
            <a:r>
              <a:rPr lang="en-US" sz="1800" b="1" i="0" dirty="0">
                <a:effectLst/>
                <a:latin typeface="+mj-lt"/>
              </a:rPr>
              <a:t> </a:t>
            </a:r>
            <a:r>
              <a:rPr lang="en-US" sz="1800" b="0" i="0" dirty="0">
                <a:effectLst/>
                <a:latin typeface="+mj-lt"/>
              </a:rPr>
              <a:t>a port that can be assigned to a single VLAN. The frames that arrive on an access port are assumed to be part of the access VLAN.</a:t>
            </a:r>
          </a:p>
          <a:p>
            <a:pPr>
              <a:buAutoNum type="alphaLcPeriod"/>
            </a:pPr>
            <a:r>
              <a:rPr lang="en-US" sz="1800" b="1" i="0" dirty="0">
                <a:effectLst/>
                <a:latin typeface="+mj-lt"/>
              </a:rPr>
              <a:t>Trunk port</a:t>
            </a:r>
            <a:r>
              <a:rPr lang="en-US" sz="1800" b="0" i="0" dirty="0">
                <a:effectLst/>
                <a:latin typeface="+mj-lt"/>
              </a:rPr>
              <a:t> – a port that is connected to another switch. This port type can carry traffic of multiple VLANs, thus allowing you to extend VLANs across your entire network</a:t>
            </a:r>
            <a:r>
              <a:rPr lang="en-US" sz="1800" b="0" i="0" dirty="0">
                <a:solidFill>
                  <a:srgbClr val="313B3D"/>
                </a:solidFill>
                <a:effectLst/>
                <a:latin typeface="+mj-lt"/>
              </a:rPr>
              <a:t>. </a:t>
            </a:r>
            <a:endParaRPr lang="en-US" sz="2000" b="0" i="0" u="none" strike="noStrike" baseline="0" dirty="0">
              <a:latin typeface="+mj-lt"/>
            </a:endParaRPr>
          </a:p>
          <a:p>
            <a:endParaRPr lang="en-US" sz="1600" b="0" i="0" u="none" strike="noStrike" baseline="0" dirty="0">
              <a:latin typeface="+mj-lt"/>
            </a:endParaRPr>
          </a:p>
          <a:p>
            <a:pPr>
              <a:buFontTx/>
              <a:buChar char="-"/>
            </a:pPr>
            <a:endParaRPr lang="en-US" sz="1600" b="0" i="0" u="none" strike="noStrike" baseline="0" dirty="0">
              <a:latin typeface="+mj-lt"/>
            </a:endParaRPr>
          </a:p>
        </p:txBody>
      </p:sp>
      <p:pic>
        <p:nvPicPr>
          <p:cNvPr id="8" name="Picture 7">
            <a:extLst>
              <a:ext uri="{FF2B5EF4-FFF2-40B4-BE49-F238E27FC236}">
                <a16:creationId xmlns:a16="http://schemas.microsoft.com/office/drawing/2014/main" id="{5266B019-31E3-4646-A4CD-AE5F24F3CECC}"/>
              </a:ext>
            </a:extLst>
          </p:cNvPr>
          <p:cNvPicPr>
            <a:picLocks noChangeAspect="1"/>
          </p:cNvPicPr>
          <p:nvPr/>
        </p:nvPicPr>
        <p:blipFill>
          <a:blip r:embed="rId2"/>
          <a:stretch>
            <a:fillRect/>
          </a:stretch>
        </p:blipFill>
        <p:spPr>
          <a:xfrm>
            <a:off x="677334" y="3962400"/>
            <a:ext cx="6284542" cy="3012661"/>
          </a:xfrm>
          <a:prstGeom prst="rect">
            <a:avLst/>
          </a:prstGeom>
        </p:spPr>
      </p:pic>
      <p:sp>
        <p:nvSpPr>
          <p:cNvPr id="10" name="Rectangle 2">
            <a:extLst>
              <a:ext uri="{FF2B5EF4-FFF2-40B4-BE49-F238E27FC236}">
                <a16:creationId xmlns:a16="http://schemas.microsoft.com/office/drawing/2014/main" id="{0EA0C536-8CD8-488D-90DC-B3677F87444A}"/>
              </a:ext>
            </a:extLst>
          </p:cNvPr>
          <p:cNvSpPr>
            <a:spLocks noChangeArrowheads="1"/>
          </p:cNvSpPr>
          <p:nvPr/>
        </p:nvSpPr>
        <p:spPr bwMode="auto">
          <a:xfrm>
            <a:off x="7227630" y="5703232"/>
            <a:ext cx="2902226" cy="487256"/>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88872"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333333"/>
                </a:solidFill>
                <a:effectLst/>
                <a:latin typeface="Arial Unicode MS"/>
              </a:rPr>
              <a:t>S1(config)# </a:t>
            </a:r>
            <a:r>
              <a:rPr kumimoji="0" lang="en-US" altLang="en-US" sz="900" b="1" i="0" u="none" strike="noStrike" cap="none" normalizeH="0" baseline="0" dirty="0">
                <a:ln>
                  <a:noFill/>
                </a:ln>
                <a:solidFill>
                  <a:srgbClr val="333333"/>
                </a:solidFill>
                <a:effectLst/>
                <a:latin typeface="Arial Unicode MS"/>
              </a:rPr>
              <a:t>interface fastethernet0/2</a:t>
            </a:r>
            <a:r>
              <a:rPr kumimoji="0" lang="en-US" altLang="en-US" sz="900" b="0" i="0" u="none" strike="noStrike" cap="none" normalizeH="0" baseline="0" dirty="0">
                <a:ln>
                  <a:noFill/>
                </a:ln>
                <a:solidFill>
                  <a:srgbClr val="333333"/>
                </a:solidFill>
                <a:effectLst/>
                <a:latin typeface="Arial Unicode M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333333"/>
                </a:solidFill>
                <a:effectLst/>
                <a:latin typeface="Arial Unicode MS"/>
              </a:rPr>
              <a:t>S1(config-if)# </a:t>
            </a:r>
            <a:r>
              <a:rPr kumimoji="0" lang="en-US" altLang="en-US" sz="900" b="1" i="0" u="none" strike="noStrike" cap="none" normalizeH="0" baseline="0" dirty="0">
                <a:ln>
                  <a:noFill/>
                </a:ln>
                <a:solidFill>
                  <a:srgbClr val="333333"/>
                </a:solidFill>
                <a:effectLst/>
                <a:latin typeface="Arial Unicode MS"/>
              </a:rPr>
              <a:t>switchport mode trunk</a:t>
            </a:r>
            <a:r>
              <a:rPr kumimoji="0" lang="en-US" altLang="en-US" sz="11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1" name="Rectangle 2">
            <a:extLst>
              <a:ext uri="{FF2B5EF4-FFF2-40B4-BE49-F238E27FC236}">
                <a16:creationId xmlns:a16="http://schemas.microsoft.com/office/drawing/2014/main" id="{1E0BDC04-A59B-4D47-B8F8-6C47C4A95B15}"/>
              </a:ext>
            </a:extLst>
          </p:cNvPr>
          <p:cNvSpPr>
            <a:spLocks noChangeArrowheads="1"/>
          </p:cNvSpPr>
          <p:nvPr/>
        </p:nvSpPr>
        <p:spPr bwMode="auto">
          <a:xfrm>
            <a:off x="6961876" y="4548464"/>
            <a:ext cx="3407229" cy="487256"/>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88872"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333333"/>
                </a:solidFill>
                <a:effectLst/>
                <a:latin typeface="Arial Unicode MS"/>
              </a:rPr>
              <a:t>S1(config)# </a:t>
            </a:r>
            <a:r>
              <a:rPr kumimoji="0" lang="en-US" altLang="en-US" sz="900" b="1" i="0" u="none" strike="noStrike" cap="none" normalizeH="0" baseline="0" dirty="0">
                <a:ln>
                  <a:noFill/>
                </a:ln>
                <a:solidFill>
                  <a:srgbClr val="333333"/>
                </a:solidFill>
                <a:effectLst/>
                <a:latin typeface="Arial Unicode MS"/>
              </a:rPr>
              <a:t>interface fastethernet0/1</a:t>
            </a:r>
            <a:r>
              <a:rPr kumimoji="0" lang="en-US" altLang="en-US" sz="900" b="0" i="0" u="none" strike="noStrike" cap="none" normalizeH="0" baseline="0" dirty="0">
                <a:ln>
                  <a:noFill/>
                </a:ln>
                <a:solidFill>
                  <a:srgbClr val="333333"/>
                </a:solidFill>
                <a:effectLst/>
                <a:latin typeface="Arial Unicode MS"/>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0" i="0" u="none" strike="noStrike" cap="none" normalizeH="0" baseline="0" dirty="0">
                <a:ln>
                  <a:noFill/>
                </a:ln>
                <a:solidFill>
                  <a:srgbClr val="333333"/>
                </a:solidFill>
                <a:effectLst/>
                <a:latin typeface="Arial Unicode MS"/>
              </a:rPr>
              <a:t>S1(config-if)# </a:t>
            </a:r>
            <a:r>
              <a:rPr kumimoji="0" lang="en-US" altLang="en-US" sz="900" b="1" i="0" u="none" strike="noStrike" cap="none" normalizeH="0" baseline="0" dirty="0">
                <a:ln>
                  <a:noFill/>
                </a:ln>
                <a:solidFill>
                  <a:srgbClr val="333333"/>
                </a:solidFill>
                <a:effectLst/>
                <a:latin typeface="Arial Unicode MS"/>
              </a:rPr>
              <a:t>switchport mode access</a:t>
            </a:r>
            <a:r>
              <a:rPr kumimoji="0" lang="en-US" altLang="en-US" sz="11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51637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225" y="28575"/>
            <a:ext cx="12150725" cy="701611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nstantia"/>
                <a:ea typeface="+mn-ea"/>
                <a:cs typeface="+mn-cs"/>
              </a:rPr>
              <a:t>VLAN (Virtual Local Area Network)</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A Virtual Local Area Network (VLAN) is a logical grouping of devices within a network, regardless of their physical location. VLANs are used to segment a larger network into smaller, isolated sub-networks, which helps improve network efficiency, security, and management.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nstantia"/>
                <a:ea typeface="+mn-ea"/>
                <a:cs typeface="+mn-cs"/>
              </a:rPr>
              <a:t>Concepts of VLANs</a:t>
            </a:r>
            <a:endParaRPr kumimoji="0" lang="en-US" sz="1800" b="1"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Segmentation: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VLANs divide a single physical network into multiple logical networks. Each VLAN functions as a separate broadcast domain. This means devices in different VLANs do not see each other’s broadcasts unless a router or Layer 3 device facilitates communication between them.</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Broadcast Domain: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Each VLAN creates its own broadcast domain. Devices within the same VLAN can communicate directly with each other, but devices in different VLANs must go through a router or Layer 3 switch to communicate.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VLAN Tagging:</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VLANs are tagged using the IEEE 802.1Q standard. When a packet is sent over a trunk link between switches, a VLAN tag is added to the Ethernet frame header. This tag identifies which VLAN the frame belongs to. If the packet is sent over an access link, it does not carry a VLAN tag.</a:t>
            </a:r>
          </a:p>
        </p:txBody>
      </p:sp>
    </p:spTree>
    <p:extLst>
      <p:ext uri="{BB962C8B-B14F-4D97-AF65-F5344CB8AC3E}">
        <p14:creationId xmlns:p14="http://schemas.microsoft.com/office/powerpoint/2010/main" val="4322905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382806" y="239486"/>
            <a:ext cx="11426387" cy="1320800"/>
          </a:xfrm>
        </p:spPr>
        <p:txBody>
          <a:bodyPr>
            <a:normAutofit fontScale="90000"/>
          </a:bodyPr>
          <a:lstStyle/>
          <a:p>
            <a:pPr algn="ctr"/>
            <a:r>
              <a:rPr lang="en-US" sz="3600" dirty="0">
                <a:solidFill>
                  <a:schemeClr val="accent1">
                    <a:lumMod val="75000"/>
                  </a:schemeClr>
                </a:solidFill>
              </a:rPr>
              <a:t>What is VLAN and </a:t>
            </a:r>
            <a:r>
              <a:rPr lang="en-US" sz="3600" b="0" i="0" u="none" strike="noStrike" baseline="0" dirty="0">
                <a:latin typeface="CIDFont+F2"/>
              </a:rPr>
              <a:t>How to Configure VLANs on a Switch</a:t>
            </a:r>
            <a:br>
              <a:rPr lang="en-US" sz="3600" b="0" i="0" u="none" strike="noStrike" baseline="0" dirty="0">
                <a:latin typeface="CIDFont+F2"/>
              </a:rPr>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612020" y="899886"/>
            <a:ext cx="9213273" cy="5195454"/>
          </a:xfrm>
        </p:spPr>
        <p:txBody>
          <a:bodyPr>
            <a:normAutofit lnSpcReduction="10000"/>
          </a:bodyPr>
          <a:lstStyle/>
          <a:p>
            <a:pPr>
              <a:buFont typeface="Wingdings" panose="05000000000000000000" pitchFamily="2" charset="2"/>
              <a:buChar char="q"/>
            </a:pPr>
            <a:r>
              <a:rPr lang="en-US" sz="2400" b="1" dirty="0">
                <a:effectLst/>
                <a:latin typeface="+mj-lt"/>
                <a:ea typeface="Times New Roman" panose="02020603050405020304" pitchFamily="18" charset="0"/>
                <a:cs typeface="Times New Roman" panose="02020603050405020304" pitchFamily="18" charset="0"/>
              </a:rPr>
              <a:t>What to Cover.</a:t>
            </a:r>
          </a:p>
          <a:p>
            <a:r>
              <a:rPr lang="en-US" sz="2400" b="0" i="0" u="none" strike="noStrike" baseline="0" dirty="0">
                <a:latin typeface="+mj-lt"/>
              </a:rPr>
              <a:t>What is VLAN (Virtual Local Area Network)</a:t>
            </a:r>
          </a:p>
          <a:p>
            <a:pPr>
              <a:buFontTx/>
              <a:buChar char="-"/>
            </a:pPr>
            <a:r>
              <a:rPr lang="en-US" sz="2000" b="0" i="0" u="none" strike="noStrike" baseline="0" dirty="0">
                <a:latin typeface="Times New Roman" panose="02020603050405020304" pitchFamily="18" charset="0"/>
                <a:cs typeface="Times New Roman" panose="02020603050405020304" pitchFamily="18" charset="0"/>
              </a:rPr>
              <a:t>It is a way of creating multiple broadcast domains in a switch.</a:t>
            </a:r>
          </a:p>
          <a:p>
            <a:pPr>
              <a:buFontTx/>
              <a:buChar char="-"/>
            </a:pPr>
            <a:r>
              <a:rPr lang="en-US" sz="2000" dirty="0">
                <a:latin typeface="Times New Roman" panose="02020603050405020304" pitchFamily="18" charset="0"/>
                <a:cs typeface="Times New Roman" panose="02020603050405020304" pitchFamily="18" charset="0"/>
              </a:rPr>
              <a:t>Then you logically group devices in the same broadcast domain.</a:t>
            </a:r>
          </a:p>
          <a:p>
            <a:pPr>
              <a:buFontTx/>
              <a:buChar char="-"/>
            </a:pPr>
            <a:r>
              <a:rPr lang="en-US" sz="2000" dirty="0">
                <a:latin typeface="Times New Roman" panose="02020603050405020304" pitchFamily="18" charset="0"/>
                <a:cs typeface="Times New Roman" panose="02020603050405020304" pitchFamily="18" charset="0"/>
              </a:rPr>
              <a:t>Each VLAN acts as a subgroup of the switch ports in an Ethernet LAN.</a:t>
            </a:r>
          </a:p>
          <a:p>
            <a:pPr>
              <a:buFontTx/>
              <a:buChar char="-"/>
            </a:pPr>
            <a:r>
              <a:rPr lang="en-US" sz="2000" dirty="0">
                <a:latin typeface="Times New Roman" panose="02020603050405020304" pitchFamily="18" charset="0"/>
                <a:cs typeface="Times New Roman" panose="02020603050405020304" pitchFamily="18" charset="0"/>
              </a:rPr>
              <a:t>A VLAN acts like a physical LAN, but it allows hosts to be grouped together in the same broadcast domain even if they are not connected to the same switch.</a:t>
            </a:r>
          </a:p>
          <a:p>
            <a:pPr>
              <a:buFontTx/>
              <a:buChar char="-"/>
            </a:pPr>
            <a:r>
              <a:rPr lang="en-US" sz="2000" dirty="0">
                <a:latin typeface="Times New Roman" panose="02020603050405020304" pitchFamily="18" charset="0"/>
                <a:cs typeface="Times New Roman" panose="02020603050405020304" pitchFamily="18" charset="0"/>
              </a:rPr>
              <a:t>By default, all switchports are in VLAN 1</a:t>
            </a:r>
          </a:p>
          <a:p>
            <a:pPr>
              <a:buFontTx/>
              <a:buChar char="-"/>
            </a:pPr>
            <a:r>
              <a:rPr lang="en-US" sz="2000" dirty="0">
                <a:latin typeface="Times New Roman" panose="02020603050405020304" pitchFamily="18" charset="0"/>
                <a:cs typeface="Times New Roman" panose="02020603050405020304" pitchFamily="18" charset="0"/>
              </a:rPr>
              <a:t>By default, devices in different VLAN won’t communicate.</a:t>
            </a:r>
          </a:p>
          <a:p>
            <a:r>
              <a:rPr lang="en-US" sz="2400" dirty="0">
                <a:latin typeface="+mj-lt"/>
              </a:rPr>
              <a:t>Advantages of VLAN</a:t>
            </a:r>
          </a:p>
          <a:p>
            <a:pPr>
              <a:buFontTx/>
              <a:buChar char="-"/>
            </a:pPr>
            <a:r>
              <a:rPr lang="en-US" sz="2000" dirty="0">
                <a:latin typeface="Times New Roman" panose="02020603050405020304" pitchFamily="18" charset="0"/>
                <a:cs typeface="Times New Roman" panose="02020603050405020304" pitchFamily="18" charset="0"/>
              </a:rPr>
              <a:t>Less costly.</a:t>
            </a:r>
          </a:p>
          <a:p>
            <a:pPr>
              <a:buFontTx/>
              <a:buChar char="-"/>
            </a:pPr>
            <a:r>
              <a:rPr lang="en-US" sz="2000" b="0" i="0" u="none" strike="noStrike" baseline="0" dirty="0">
                <a:latin typeface="Times New Roman" panose="02020603050405020304" pitchFamily="18" charset="0"/>
                <a:cs typeface="Times New Roman" panose="02020603050405020304" pitchFamily="18" charset="0"/>
              </a:rPr>
              <a:t>Improves security.</a:t>
            </a:r>
          </a:p>
          <a:p>
            <a:pPr>
              <a:buFontTx/>
              <a:buChar char="-"/>
            </a:pPr>
            <a:r>
              <a:rPr lang="en-US" sz="2000" dirty="0">
                <a:latin typeface="Times New Roman" panose="02020603050405020304" pitchFamily="18" charset="0"/>
                <a:cs typeface="Times New Roman" panose="02020603050405020304" pitchFamily="18" charset="0"/>
              </a:rPr>
              <a:t>Improves performance.</a:t>
            </a:r>
          </a:p>
          <a:p>
            <a:pPr>
              <a:buFontTx/>
              <a:buChar char="-"/>
            </a:pPr>
            <a:r>
              <a:rPr lang="en-US" sz="2000" b="0" i="0" u="none" strike="noStrike" baseline="0" dirty="0">
                <a:latin typeface="Times New Roman" panose="02020603050405020304" pitchFamily="18" charset="0"/>
                <a:cs typeface="Times New Roman" panose="02020603050405020304" pitchFamily="18" charset="0"/>
              </a:rPr>
              <a:t>Separate LAN for each network.</a:t>
            </a:r>
          </a:p>
        </p:txBody>
      </p:sp>
      <p:pic>
        <p:nvPicPr>
          <p:cNvPr id="5" name="Picture 4">
            <a:extLst>
              <a:ext uri="{FF2B5EF4-FFF2-40B4-BE49-F238E27FC236}">
                <a16:creationId xmlns:a16="http://schemas.microsoft.com/office/drawing/2014/main" id="{4B7A8932-5479-4DDB-960A-97A694BA6A16}"/>
              </a:ext>
            </a:extLst>
          </p:cNvPr>
          <p:cNvPicPr>
            <a:picLocks noChangeAspect="1"/>
          </p:cNvPicPr>
          <p:nvPr/>
        </p:nvPicPr>
        <p:blipFill>
          <a:blip r:embed="rId2"/>
          <a:stretch>
            <a:fillRect/>
          </a:stretch>
        </p:blipFill>
        <p:spPr>
          <a:xfrm>
            <a:off x="5464629" y="4059686"/>
            <a:ext cx="6344564" cy="2645913"/>
          </a:xfrm>
          <a:prstGeom prst="rect">
            <a:avLst/>
          </a:prstGeom>
        </p:spPr>
      </p:pic>
    </p:spTree>
    <p:extLst>
      <p:ext uri="{BB962C8B-B14F-4D97-AF65-F5344CB8AC3E}">
        <p14:creationId xmlns:p14="http://schemas.microsoft.com/office/powerpoint/2010/main" val="359607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1" y="609600"/>
            <a:ext cx="9978886" cy="1320800"/>
          </a:xfrm>
        </p:spPr>
        <p:txBody>
          <a:bodyPr>
            <a:normAutofit fontScale="90000"/>
          </a:bodyPr>
          <a:lstStyle/>
          <a:p>
            <a:pPr algn="ctr"/>
            <a:br>
              <a:rPr lang="en-US" sz="3600" b="0" i="0" u="none" strike="noStrike" baseline="0" dirty="0">
                <a:latin typeface="CIDFont+F2"/>
              </a:rPr>
            </a:br>
            <a:br>
              <a:rPr lang="en-US" sz="3600" dirty="0">
                <a:solidFill>
                  <a:schemeClr val="accent1">
                    <a:lumMod val="75000"/>
                  </a:schemeClr>
                </a:solidFill>
              </a:rPr>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923895" y="287622"/>
            <a:ext cx="8596668" cy="5340722"/>
          </a:xfrm>
        </p:spPr>
        <p:txBody>
          <a:bodyPr>
            <a:normAutofit/>
          </a:bodyPr>
          <a:lstStyle/>
          <a:p>
            <a:pPr>
              <a:buFont typeface="Wingdings" panose="05000000000000000000" pitchFamily="2" charset="2"/>
              <a:buChar char="q"/>
            </a:pPr>
            <a:r>
              <a:rPr lang="en-US" sz="2400" b="1" dirty="0">
                <a:effectLst/>
                <a:latin typeface="+mj-lt"/>
                <a:ea typeface="Times New Roman" panose="02020603050405020304" pitchFamily="18" charset="0"/>
                <a:cs typeface="Times New Roman" panose="02020603050405020304" pitchFamily="18" charset="0"/>
              </a:rPr>
              <a:t>How to configure VLAN on a Switch</a:t>
            </a:r>
          </a:p>
          <a:p>
            <a:endParaRPr lang="en-US" sz="2400" b="0" i="0" u="none" strike="noStrike" baseline="0" dirty="0">
              <a:latin typeface="+mj-lt"/>
            </a:endParaRPr>
          </a:p>
          <a:p>
            <a:pPr>
              <a:buFontTx/>
              <a:buChar char="-"/>
            </a:pPr>
            <a:endParaRPr lang="en-US" sz="2400" b="0" i="0" u="none" strike="noStrike" baseline="0" dirty="0">
              <a:latin typeface="+mj-lt"/>
            </a:endParaRPr>
          </a:p>
        </p:txBody>
      </p:sp>
      <p:pic>
        <p:nvPicPr>
          <p:cNvPr id="5" name="Picture 4">
            <a:extLst>
              <a:ext uri="{FF2B5EF4-FFF2-40B4-BE49-F238E27FC236}">
                <a16:creationId xmlns:a16="http://schemas.microsoft.com/office/drawing/2014/main" id="{B13FF5E0-FE7D-415D-BD2F-AB70716B12B2}"/>
              </a:ext>
            </a:extLst>
          </p:cNvPr>
          <p:cNvPicPr>
            <a:picLocks noChangeAspect="1"/>
          </p:cNvPicPr>
          <p:nvPr/>
        </p:nvPicPr>
        <p:blipFill>
          <a:blip r:embed="rId2"/>
          <a:stretch>
            <a:fillRect/>
          </a:stretch>
        </p:blipFill>
        <p:spPr>
          <a:xfrm>
            <a:off x="818014" y="3928326"/>
            <a:ext cx="4842557" cy="2815043"/>
          </a:xfrm>
          <a:prstGeom prst="rect">
            <a:avLst/>
          </a:prstGeom>
        </p:spPr>
      </p:pic>
      <p:pic>
        <p:nvPicPr>
          <p:cNvPr id="7" name="Picture 6">
            <a:extLst>
              <a:ext uri="{FF2B5EF4-FFF2-40B4-BE49-F238E27FC236}">
                <a16:creationId xmlns:a16="http://schemas.microsoft.com/office/drawing/2014/main" id="{D56EDE1A-E6B3-4E6D-85B0-203286EA4D76}"/>
              </a:ext>
            </a:extLst>
          </p:cNvPr>
          <p:cNvPicPr>
            <a:picLocks noChangeAspect="1"/>
          </p:cNvPicPr>
          <p:nvPr/>
        </p:nvPicPr>
        <p:blipFill>
          <a:blip r:embed="rId3"/>
          <a:stretch>
            <a:fillRect/>
          </a:stretch>
        </p:blipFill>
        <p:spPr>
          <a:xfrm>
            <a:off x="5660571" y="3429000"/>
            <a:ext cx="4333875" cy="3183835"/>
          </a:xfrm>
          <a:prstGeom prst="rect">
            <a:avLst/>
          </a:prstGeom>
        </p:spPr>
      </p:pic>
      <p:pic>
        <p:nvPicPr>
          <p:cNvPr id="10" name="Picture 9">
            <a:extLst>
              <a:ext uri="{FF2B5EF4-FFF2-40B4-BE49-F238E27FC236}">
                <a16:creationId xmlns:a16="http://schemas.microsoft.com/office/drawing/2014/main" id="{EA16F9B4-2B57-4091-AA5D-C8F069C10ADC}"/>
              </a:ext>
            </a:extLst>
          </p:cNvPr>
          <p:cNvPicPr>
            <a:picLocks noChangeAspect="1"/>
          </p:cNvPicPr>
          <p:nvPr/>
        </p:nvPicPr>
        <p:blipFill>
          <a:blip r:embed="rId4"/>
          <a:stretch>
            <a:fillRect/>
          </a:stretch>
        </p:blipFill>
        <p:spPr>
          <a:xfrm>
            <a:off x="923895" y="1031461"/>
            <a:ext cx="6594697" cy="2301406"/>
          </a:xfrm>
          <a:prstGeom prst="rect">
            <a:avLst/>
          </a:prstGeom>
        </p:spPr>
      </p:pic>
    </p:spTree>
    <p:extLst>
      <p:ext uri="{BB962C8B-B14F-4D97-AF65-F5344CB8AC3E}">
        <p14:creationId xmlns:p14="http://schemas.microsoft.com/office/powerpoint/2010/main" val="3644678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765613" y="609600"/>
            <a:ext cx="9213273" cy="1320800"/>
          </a:xfrm>
        </p:spPr>
        <p:txBody>
          <a:bodyPr>
            <a:normAutofit fontScale="90000"/>
          </a:bodyPr>
          <a:lstStyle/>
          <a:p>
            <a:pPr algn="ctr"/>
            <a:r>
              <a:rPr lang="en-US" sz="3600" b="0" i="0" u="none" strike="noStrike" baseline="0" dirty="0">
                <a:latin typeface="CIDFont+F2"/>
              </a:rPr>
              <a:t>VLAN Configuration Expanded</a:t>
            </a:r>
            <a:br>
              <a:rPr lang="en-US" sz="3600" b="0" i="0" u="none" strike="noStrike" baseline="0" dirty="0">
                <a:latin typeface="CIDFont+F2"/>
              </a:rPr>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587830" y="1113735"/>
            <a:ext cx="9302778" cy="5744265"/>
          </a:xfrm>
        </p:spPr>
        <p:txBody>
          <a:bodyPr>
            <a:normAutofit/>
          </a:bodyPr>
          <a:lstStyle/>
          <a:p>
            <a:endParaRPr lang="en-US" sz="1600" b="0" i="0" u="none" strike="noStrike" baseline="0" dirty="0">
              <a:latin typeface="+mj-lt"/>
            </a:endParaRPr>
          </a:p>
          <a:p>
            <a:pPr>
              <a:buFont typeface="Wingdings" panose="05000000000000000000" pitchFamily="2" charset="2"/>
              <a:buChar char="Ø"/>
            </a:pPr>
            <a:r>
              <a:rPr lang="en-US" sz="2000" dirty="0">
                <a:latin typeface="+mj-lt"/>
              </a:rPr>
              <a:t>How to Configure </a:t>
            </a:r>
            <a:r>
              <a:rPr lang="en-US" sz="2000" b="0" i="0" u="none" strike="noStrike" baseline="0" dirty="0">
                <a:latin typeface="+mj-lt"/>
              </a:rPr>
              <a:t>VLAN </a:t>
            </a: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endParaRPr lang="en-US" sz="2000" b="0" i="0" u="none" strike="noStrike" baseline="0" dirty="0">
              <a:latin typeface="+mj-lt"/>
            </a:endParaRP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endParaRPr lang="en-US" sz="2000" b="0" i="0" u="none" strike="noStrike" baseline="0" dirty="0">
              <a:latin typeface="+mj-lt"/>
            </a:endParaRPr>
          </a:p>
          <a:p>
            <a:pPr>
              <a:buFont typeface="Wingdings" panose="05000000000000000000" pitchFamily="2" charset="2"/>
              <a:buChar char="Ø"/>
            </a:pPr>
            <a:endParaRPr lang="en-US" sz="2000" dirty="0">
              <a:latin typeface="+mj-lt"/>
            </a:endParaRPr>
          </a:p>
          <a:p>
            <a:pPr>
              <a:buFont typeface="Wingdings" panose="05000000000000000000" pitchFamily="2" charset="2"/>
              <a:buChar char="Ø"/>
            </a:pPr>
            <a:endParaRPr lang="en-US" sz="2000" b="0" i="0" u="none" strike="noStrike" baseline="0" dirty="0">
              <a:latin typeface="+mj-lt"/>
            </a:endParaRPr>
          </a:p>
          <a:p>
            <a:pPr>
              <a:buFont typeface="Wingdings" panose="05000000000000000000" pitchFamily="2" charset="2"/>
              <a:buChar char="Ø"/>
            </a:pPr>
            <a:endParaRPr lang="en-US" sz="2000" b="0" i="0" u="none" strike="noStrike" baseline="0" dirty="0">
              <a:latin typeface="+mj-lt"/>
            </a:endParaRPr>
          </a:p>
          <a:p>
            <a:pPr>
              <a:buFont typeface="Wingdings" panose="05000000000000000000" pitchFamily="2" charset="2"/>
              <a:buChar char="Ø"/>
            </a:pPr>
            <a:r>
              <a:rPr lang="en-US" sz="2000" b="0" i="0" u="none" strike="noStrike" baseline="0" dirty="0">
                <a:latin typeface="+mj-lt"/>
              </a:rPr>
              <a:t>Enable trunk to allow multiple VLANs</a:t>
            </a:r>
          </a:p>
          <a:p>
            <a:pPr marL="0" indent="0">
              <a:buNone/>
            </a:pPr>
            <a:endParaRPr lang="en-US" sz="2000" dirty="0">
              <a:latin typeface="+mj-lt"/>
            </a:endParaRPr>
          </a:p>
          <a:p>
            <a:pPr>
              <a:buFont typeface="Wingdings" panose="05000000000000000000" pitchFamily="2" charset="2"/>
              <a:buChar char="Ø"/>
            </a:pPr>
            <a:endParaRPr lang="en-US" sz="2000" b="0" i="0" u="none" strike="noStrike" baseline="0" dirty="0">
              <a:latin typeface="+mj-lt"/>
            </a:endParaRPr>
          </a:p>
          <a:p>
            <a:pPr>
              <a:buFont typeface="Wingdings" panose="05000000000000000000" pitchFamily="2" charset="2"/>
              <a:buChar char="Ø"/>
            </a:pPr>
            <a:r>
              <a:rPr lang="en-US" sz="2000" dirty="0">
                <a:latin typeface="+mj-lt"/>
              </a:rPr>
              <a:t>Test Communication</a:t>
            </a:r>
          </a:p>
          <a:p>
            <a:pPr marL="0" indent="0">
              <a:buNone/>
            </a:pPr>
            <a:r>
              <a:rPr lang="en-US" sz="2000" b="0" i="0" u="none" strike="noStrike" baseline="0" dirty="0">
                <a:latin typeface="+mj-lt"/>
              </a:rPr>
              <a:t>- Ping command e.g. </a:t>
            </a:r>
            <a:r>
              <a:rPr lang="en-US" sz="1600" b="0" i="1" u="none" strike="noStrike" baseline="0" dirty="0">
                <a:latin typeface="Times New Roman" panose="02020603050405020304" pitchFamily="18" charset="0"/>
                <a:cs typeface="Times New Roman" panose="02020603050405020304" pitchFamily="18" charset="0"/>
              </a:rPr>
              <a:t>ping 192.168.1.2</a:t>
            </a:r>
          </a:p>
          <a:p>
            <a:pPr>
              <a:buFontTx/>
              <a:buChar char="-"/>
            </a:pPr>
            <a:endParaRPr lang="en-US" sz="1600" b="0" i="0" u="none" strike="noStrike" baseline="0" dirty="0">
              <a:latin typeface="+mj-lt"/>
            </a:endParaRPr>
          </a:p>
        </p:txBody>
      </p:sp>
      <p:pic>
        <p:nvPicPr>
          <p:cNvPr id="5" name="Picture 4">
            <a:extLst>
              <a:ext uri="{FF2B5EF4-FFF2-40B4-BE49-F238E27FC236}">
                <a16:creationId xmlns:a16="http://schemas.microsoft.com/office/drawing/2014/main" id="{653D6E7D-3FCA-438B-B9D5-055A72F53134}"/>
              </a:ext>
            </a:extLst>
          </p:cNvPr>
          <p:cNvPicPr>
            <a:picLocks noChangeAspect="1"/>
          </p:cNvPicPr>
          <p:nvPr/>
        </p:nvPicPr>
        <p:blipFill>
          <a:blip r:embed="rId2"/>
          <a:stretch>
            <a:fillRect/>
          </a:stretch>
        </p:blipFill>
        <p:spPr>
          <a:xfrm>
            <a:off x="765613" y="1832959"/>
            <a:ext cx="4894043" cy="2437575"/>
          </a:xfrm>
          <a:prstGeom prst="rect">
            <a:avLst/>
          </a:prstGeom>
        </p:spPr>
      </p:pic>
      <p:sp>
        <p:nvSpPr>
          <p:cNvPr id="6" name="Rectangle 2">
            <a:extLst>
              <a:ext uri="{FF2B5EF4-FFF2-40B4-BE49-F238E27FC236}">
                <a16:creationId xmlns:a16="http://schemas.microsoft.com/office/drawing/2014/main" id="{A2CB1C6F-21DC-4F3B-9129-A69F375512A2}"/>
              </a:ext>
            </a:extLst>
          </p:cNvPr>
          <p:cNvSpPr>
            <a:spLocks noChangeArrowheads="1"/>
          </p:cNvSpPr>
          <p:nvPr/>
        </p:nvSpPr>
        <p:spPr bwMode="auto">
          <a:xfrm>
            <a:off x="1126435" y="4912821"/>
            <a:ext cx="4087822" cy="610367"/>
          </a:xfrm>
          <a:prstGeom prst="rect">
            <a:avLst/>
          </a:prstGeom>
          <a:solidFill>
            <a:srgbClr val="F7F7F7"/>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872" tIns="88872" rIns="88872"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S1(config)# </a:t>
            </a:r>
            <a:r>
              <a:rPr kumimoji="0" lang="en-US" altLang="en-US" sz="14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interface fastethernet0/2</a:t>
            </a:r>
            <a:r>
              <a:rPr kumimoji="0" lang="en-US" altLang="en-US" sz="1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S1(config-if)# </a:t>
            </a:r>
            <a:r>
              <a:rPr kumimoji="0" lang="en-US" altLang="en-US" sz="1400" b="1" i="0" u="none" strike="noStrike" cap="none" normalizeH="0" baseline="0" dirty="0">
                <a:ln>
                  <a:noFill/>
                </a:ln>
                <a:solidFill>
                  <a:srgbClr val="333333"/>
                </a:solidFill>
                <a:effectLst/>
                <a:latin typeface="Times New Roman" panose="02020603050405020304" pitchFamily="18" charset="0"/>
                <a:cs typeface="Times New Roman" panose="02020603050405020304" pitchFamily="18" charset="0"/>
              </a:rPr>
              <a:t>switchport mode trunk</a:t>
            </a:r>
            <a:r>
              <a:rPr kumimoji="0" lang="en-US" altLang="en-US" sz="1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418223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DE2D444-D932-2B21-AE1B-E4410E6B7E01}"/>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5100EF14-3BE4-287F-CDAB-DAA91DF0E293}"/>
              </a:ext>
            </a:extLst>
          </p:cNvPr>
          <p:cNvSpPr txBox="1"/>
          <p:nvPr/>
        </p:nvSpPr>
        <p:spPr>
          <a:xfrm>
            <a:off x="3784600" y="84574"/>
            <a:ext cx="6106160"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nstantia"/>
                <a:ea typeface="+mn-ea"/>
                <a:cs typeface="+mn-cs"/>
              </a:rPr>
              <a:t>Basic Configuration</a:t>
            </a:r>
            <a:endParaRPr kumimoji="0" lang="en-RW" sz="2400" b="1" i="0" u="none" strike="noStrike" kern="1200" cap="none" spc="0" normalizeH="0" baseline="0" noProof="0" dirty="0">
              <a:ln>
                <a:noFill/>
              </a:ln>
              <a:solidFill>
                <a:prstClr val="black"/>
              </a:solidFill>
              <a:effectLst/>
              <a:uLnTx/>
              <a:uFillTx/>
              <a:latin typeface="Constantia"/>
              <a:ea typeface="+mn-ea"/>
              <a:cs typeface="+mn-cs"/>
            </a:endParaRPr>
          </a:p>
        </p:txBody>
      </p:sp>
      <p:sp>
        <p:nvSpPr>
          <p:cNvPr id="6" name="TextBox 5">
            <a:extLst>
              <a:ext uri="{FF2B5EF4-FFF2-40B4-BE49-F238E27FC236}">
                <a16:creationId xmlns:a16="http://schemas.microsoft.com/office/drawing/2014/main" id="{EB5959CB-0D49-D588-03F7-DEC3C31CD7DD}"/>
              </a:ext>
            </a:extLst>
          </p:cNvPr>
          <p:cNvSpPr txBox="1"/>
          <p:nvPr/>
        </p:nvSpPr>
        <p:spPr>
          <a:xfrm>
            <a:off x="411480" y="645399"/>
            <a:ext cx="5684520" cy="4503990"/>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Basic Switch Configuration</a:t>
            </a:r>
            <a:endPar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These commands work on most Cisco-like CLI devices.</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Initial Setup</a:t>
            </a:r>
            <a:endPar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Switch&gt; enable</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 configure terminal</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 hostname Switch1</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 no </a:t>
            </a:r>
            <a:r>
              <a:rPr kumimoji="0" lang="en-RW" sz="1800" b="0" i="0" u="none" strike="noStrike" kern="100" cap="none" spc="0" normalizeH="0" baseline="0" noProof="0" dirty="0" err="1">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ip</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domain-lookup</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 service password-encryption</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 enable secret </a:t>
            </a: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12345</a:t>
            </a:r>
            <a:b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a:t>
            </a:r>
            <a:r>
              <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do write </a:t>
            </a:r>
          </a:p>
          <a:p>
            <a:pPr marL="0" marR="0" lvl="0" indent="0" algn="l" defTabSz="914400" rtl="0" eaLnBrk="1" fontAlgn="auto" latinLnBrk="0" hangingPunct="1">
              <a:lnSpc>
                <a:spcPct val="115000"/>
              </a:lnSpc>
              <a:spcBef>
                <a:spcPts val="0"/>
              </a:spcBef>
              <a:spcAft>
                <a:spcPts val="800"/>
              </a:spcAft>
              <a:buClrTx/>
              <a:buSzTx/>
              <a:buFontTx/>
              <a:buNone/>
              <a:tabLst/>
              <a:defRPr/>
            </a:pPr>
            <a:endPar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DBF5FC85-31F9-1AF0-2630-54CDEEEDD2E2}"/>
              </a:ext>
            </a:extLst>
          </p:cNvPr>
          <p:cNvSpPr txBox="1"/>
          <p:nvPr/>
        </p:nvSpPr>
        <p:spPr>
          <a:xfrm>
            <a:off x="2890520" y="4272549"/>
            <a:ext cx="6106160" cy="2500877"/>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Management IP on Switch</a:t>
            </a:r>
            <a:endPar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 interface </a:t>
            </a:r>
            <a:r>
              <a:rPr kumimoji="0" lang="en-RW" sz="1800" b="0" i="0" u="none" strike="noStrike" kern="100" cap="none" spc="0" normalizeH="0" baseline="0" noProof="0" dirty="0" err="1">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vlan</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1</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Switch(config-if)# </a:t>
            </a:r>
            <a:r>
              <a:rPr kumimoji="0" lang="en-RW" sz="1800" b="0" i="0" u="none" strike="noStrike" kern="100" cap="none" spc="0" normalizeH="0" baseline="0" noProof="0" dirty="0" err="1">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ip</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address 192.168.1.2 255.255.255.0</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Switch(config-if)# no shutdown</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 </a:t>
            </a:r>
            <a:r>
              <a:rPr kumimoji="0" lang="en-RW" sz="1800" b="0" i="0" u="none" strike="noStrike" kern="100" cap="none" spc="0" normalizeH="0" baseline="0" noProof="0" dirty="0" err="1">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ip</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default-gateway 192.168.1.1</a:t>
            </a:r>
          </a:p>
        </p:txBody>
      </p:sp>
      <p:sp>
        <p:nvSpPr>
          <p:cNvPr id="10" name="TextBox 9">
            <a:extLst>
              <a:ext uri="{FF2B5EF4-FFF2-40B4-BE49-F238E27FC236}">
                <a16:creationId xmlns:a16="http://schemas.microsoft.com/office/drawing/2014/main" id="{BE12D1BB-E583-0711-E939-893F6199946E}"/>
              </a:ext>
            </a:extLst>
          </p:cNvPr>
          <p:cNvSpPr txBox="1"/>
          <p:nvPr/>
        </p:nvSpPr>
        <p:spPr>
          <a:xfrm>
            <a:off x="7171379" y="645399"/>
            <a:ext cx="6106160" cy="3331874"/>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Securing Access</a:t>
            </a:r>
            <a:endPar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 line console 0</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Switch(config-line)# password </a:t>
            </a:r>
            <a:r>
              <a:rPr kumimoji="0" lang="en-RW" sz="1800" b="0" i="0" u="none" strike="noStrike" kern="100" cap="none" spc="0" normalizeH="0" baseline="0" noProof="0" dirty="0" err="1">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MyConsolePass</a:t>
            </a:r>
            <a:endPar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Switch(config-line)# login</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Switch(config-line)# exit</a:t>
            </a:r>
            <a:endParaRPr kumimoji="0" lang="en-US"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RW" sz="1800" b="0" i="0" u="none" strike="noStrike" kern="1200" cap="none" spc="0" normalizeH="0" baseline="0" noProof="0" dirty="0">
                <a:ln>
                  <a:noFill/>
                </a:ln>
                <a:solidFill>
                  <a:prstClr val="black"/>
                </a:solidFill>
                <a:effectLst/>
                <a:uLnTx/>
                <a:uFillTx/>
                <a:latin typeface="Constantia"/>
                <a:ea typeface="+mn-ea"/>
                <a:cs typeface="+mn-cs"/>
              </a:rPr>
              <a:t>Switch(config)# line </a:t>
            </a:r>
            <a:r>
              <a:rPr kumimoji="0" lang="en-RW" sz="1800" b="0" i="0" u="none" strike="noStrike" kern="1200" cap="none" spc="0" normalizeH="0" baseline="0" noProof="0" dirty="0" err="1">
                <a:ln>
                  <a:noFill/>
                </a:ln>
                <a:solidFill>
                  <a:prstClr val="black"/>
                </a:solidFill>
                <a:effectLst/>
                <a:uLnTx/>
                <a:uFillTx/>
                <a:latin typeface="Constantia"/>
                <a:ea typeface="+mn-ea"/>
                <a:cs typeface="+mn-cs"/>
              </a:rPr>
              <a:t>vty</a:t>
            </a:r>
            <a:r>
              <a:rPr kumimoji="0" lang="en-RW" sz="1800" b="0" i="0" u="none" strike="noStrike" kern="1200" cap="none" spc="0" normalizeH="0" baseline="0" noProof="0" dirty="0">
                <a:ln>
                  <a:noFill/>
                </a:ln>
                <a:solidFill>
                  <a:prstClr val="black"/>
                </a:solidFill>
                <a:effectLst/>
                <a:uLnTx/>
                <a:uFillTx/>
                <a:latin typeface="Constantia"/>
                <a:ea typeface="+mn-ea"/>
                <a:cs typeface="+mn-cs"/>
              </a:rPr>
              <a:t> 0 4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RW" sz="1800" b="0" i="0" u="none" strike="noStrike" kern="1200" cap="none" spc="0" normalizeH="0" baseline="0" noProof="0" dirty="0">
                <a:ln>
                  <a:noFill/>
                </a:ln>
                <a:solidFill>
                  <a:prstClr val="black"/>
                </a:solidFill>
                <a:effectLst/>
                <a:uLnTx/>
                <a:uFillTx/>
                <a:latin typeface="Constantia"/>
                <a:ea typeface="+mn-ea"/>
                <a:cs typeface="+mn-cs"/>
              </a:rPr>
              <a:t>Switch(config-line)# password </a:t>
            </a:r>
            <a:r>
              <a:rPr kumimoji="0" lang="en-RW" sz="1800" b="0" i="0" u="none" strike="noStrike" kern="1200" cap="none" spc="0" normalizeH="0" baseline="0" noProof="0" dirty="0" err="1">
                <a:ln>
                  <a:noFill/>
                </a:ln>
                <a:solidFill>
                  <a:prstClr val="black"/>
                </a:solidFill>
                <a:effectLst/>
                <a:uLnTx/>
                <a:uFillTx/>
                <a:latin typeface="Constantia"/>
                <a:ea typeface="+mn-ea"/>
                <a:cs typeface="+mn-cs"/>
              </a:rPr>
              <a:t>MyVTYPass</a:t>
            </a:r>
            <a:endParaRPr kumimoji="0" lang="en-RW"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RW" sz="1800" b="0" i="0" u="none" strike="noStrike" kern="1200" cap="none" spc="0" normalizeH="0" baseline="0" noProof="0" dirty="0">
                <a:ln>
                  <a:noFill/>
                </a:ln>
                <a:solidFill>
                  <a:prstClr val="black"/>
                </a:solidFill>
                <a:effectLst/>
                <a:uLnTx/>
                <a:uFillTx/>
                <a:latin typeface="Constantia"/>
                <a:ea typeface="+mn-ea"/>
                <a:cs typeface="+mn-cs"/>
              </a:rPr>
              <a:t>Switch(config-line)# login</a:t>
            </a:r>
          </a:p>
          <a:p>
            <a:pPr marL="0" marR="0" lvl="0" indent="0" algn="l" defTabSz="914400" rtl="0" eaLnBrk="1" fontAlgn="auto" latinLnBrk="0" hangingPunct="1">
              <a:lnSpc>
                <a:spcPct val="115000"/>
              </a:lnSpc>
              <a:spcBef>
                <a:spcPts val="0"/>
              </a:spcBef>
              <a:spcAft>
                <a:spcPts val="800"/>
              </a:spcAft>
              <a:buClrTx/>
              <a:buSzTx/>
              <a:buFontTx/>
              <a:buNone/>
              <a:tabLst/>
              <a:defRPr/>
            </a:pPr>
            <a:endPar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572152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A6D318E-C031-E884-C69A-E33873AE045C}"/>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850888A1-246F-8BE4-866D-4026B3647B73}"/>
              </a:ext>
            </a:extLst>
          </p:cNvPr>
          <p:cNvSpPr txBox="1"/>
          <p:nvPr/>
        </p:nvSpPr>
        <p:spPr>
          <a:xfrm>
            <a:off x="186379" y="356275"/>
            <a:ext cx="10038080" cy="397031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SSH CONFIGURATION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Switch&gt; enable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 configure terminal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Switch(config)# hostname Switch1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domain-name example.com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 username admin privilege 15 secret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StrongPassword</a:t>
            </a:r>
            <a:r>
              <a:rPr kumimoji="0" lang="en-US" sz="1800" b="0" i="0" u="none" strike="noStrike" kern="1200" cap="none" spc="0" normalizeH="0" baseline="0" noProof="0" dirty="0">
                <a:ln>
                  <a:noFill/>
                </a:ln>
                <a:solidFill>
                  <a:prstClr val="black"/>
                </a:solidFill>
                <a:effectLst/>
                <a:uLnTx/>
                <a:uFillTx/>
                <a:latin typeface="Constantia"/>
                <a:ea typeface="+mn-ea"/>
                <a:cs typeface="+mn-cs"/>
              </a:rPr>
              <a:t> 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 crypto key generate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rsa</a:t>
            </a: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ssh version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 line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vty</a:t>
            </a:r>
            <a:r>
              <a:rPr kumimoji="0" lang="en-US" sz="1800" b="0" i="0" u="none" strike="noStrike" kern="1200" cap="none" spc="0" normalizeH="0" baseline="0" noProof="0" dirty="0">
                <a:ln>
                  <a:noFill/>
                </a:ln>
                <a:solidFill>
                  <a:prstClr val="black"/>
                </a:solidFill>
                <a:effectLst/>
                <a:uLnTx/>
                <a:uFillTx/>
                <a:latin typeface="Constantia"/>
                <a:ea typeface="+mn-ea"/>
                <a:cs typeface="+mn-cs"/>
              </a:rPr>
              <a:t> 0 4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Switch1(config-line)# transport input ssh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Switch1(config-line)# login local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Switch1(config-line)# exit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 copy running-config startup-config / write</a:t>
            </a:r>
          </a:p>
        </p:txBody>
      </p:sp>
      <p:sp>
        <p:nvSpPr>
          <p:cNvPr id="6" name="TextBox 5">
            <a:extLst>
              <a:ext uri="{FF2B5EF4-FFF2-40B4-BE49-F238E27FC236}">
                <a16:creationId xmlns:a16="http://schemas.microsoft.com/office/drawing/2014/main" id="{F2E1F193-0826-D7E6-E5AB-7A2146B63FA9}"/>
              </a:ext>
            </a:extLst>
          </p:cNvPr>
          <p:cNvSpPr txBox="1"/>
          <p:nvPr/>
        </p:nvSpPr>
        <p:spPr>
          <a:xfrm>
            <a:off x="186379" y="4643120"/>
            <a:ext cx="6106160" cy="203132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Telnet Configuration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 line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vty</a:t>
            </a:r>
            <a:r>
              <a:rPr kumimoji="0" lang="en-US" sz="1800" b="0" i="0" u="none" strike="noStrike" kern="1200" cap="none" spc="0" normalizeH="0" baseline="0" noProof="0" dirty="0">
                <a:ln>
                  <a:noFill/>
                </a:ln>
                <a:solidFill>
                  <a:prstClr val="black"/>
                </a:solidFill>
                <a:effectLst/>
                <a:uLnTx/>
                <a:uFillTx/>
                <a:latin typeface="Constantia"/>
                <a:ea typeface="+mn-ea"/>
                <a:cs typeface="+mn-cs"/>
              </a:rPr>
              <a:t> 0 4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Switch1(config-line)# transport input telnet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Switch1(config-line)# password TelnetPass123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Switch1(config-line)# login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Switch1(config-line)# exit</a:t>
            </a:r>
          </a:p>
        </p:txBody>
      </p:sp>
    </p:spTree>
    <p:extLst>
      <p:ext uri="{BB962C8B-B14F-4D97-AF65-F5344CB8AC3E}">
        <p14:creationId xmlns:p14="http://schemas.microsoft.com/office/powerpoint/2010/main" val="1497161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5890" y="80645"/>
            <a:ext cx="11886565" cy="613918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onstantia"/>
                <a:ea typeface="+mn-ea"/>
                <a:cs typeface="+mn-cs"/>
              </a:rPr>
              <a:t>Advantages of VLANs</a:t>
            </a:r>
            <a:endParaRPr kumimoji="0" lang="en-US" sz="1800" b="1"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Improved Network Performance: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By isolating traffic, VLANs reduce broadcast traffic, thus improving overall network performance.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Enhanced Security: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VLANs help to segment traffic, making it more difficult for unauthorized users to access sensitive information. For instance, financial departments can be placed in a separate VLAN from general employees.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Simplified Management: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VLANs make it easier to manage a network by grouping users based on their function rather than their physical location. This makes changes such as adding new users or moving departments simpler.</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Scalability:</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VLANs can scale well, allowing a network to grow without causing broadcast storms or reducing performance.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Reduced Cost: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By allowing multiple logical networks to share the same physical infrastructure, VLANs reduce the need for separate physical networks, which lowers hardware costs.</a:t>
            </a:r>
          </a:p>
        </p:txBody>
      </p:sp>
    </p:spTree>
    <p:extLst>
      <p:ext uri="{BB962C8B-B14F-4D97-AF65-F5344CB8AC3E}">
        <p14:creationId xmlns:p14="http://schemas.microsoft.com/office/powerpoint/2010/main" val="4663542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3143" y="512838"/>
            <a:ext cx="5199017" cy="535531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onstantia"/>
                <a:ea typeface="+mn-ea"/>
                <a:cs typeface="+mn-cs"/>
              </a:rPr>
              <a:t>SWITCH CONFIGURATION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 VLAN creation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Switch&gt; enable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 configure terminal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vlan</a:t>
            </a:r>
            <a:r>
              <a:rPr kumimoji="0" lang="en-AU" sz="1800" b="0" i="0" u="none" strike="noStrike" kern="1200" cap="none" spc="0" normalizeH="0" baseline="0" noProof="0" dirty="0">
                <a:ln>
                  <a:noFill/>
                </a:ln>
                <a:solidFill>
                  <a:prstClr val="black"/>
                </a:solidFill>
                <a:effectLst/>
                <a:uLnTx/>
                <a:uFillTx/>
                <a:latin typeface="Constantia"/>
                <a:ea typeface="+mn-ea"/>
                <a:cs typeface="+mn-cs"/>
              </a:rPr>
              <a:t>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vlan</a:t>
            </a:r>
            <a:r>
              <a:rPr kumimoji="0" lang="en-AU" sz="1800" b="0" i="0" u="none" strike="noStrike" kern="1200" cap="none" spc="0" normalizeH="0" baseline="0" noProof="0" dirty="0">
                <a:ln>
                  <a:noFill/>
                </a:ln>
                <a:solidFill>
                  <a:prstClr val="black"/>
                </a:solidFill>
                <a:effectLst/>
                <a:uLnTx/>
                <a:uFillTx/>
                <a:latin typeface="Constantia"/>
                <a:ea typeface="+mn-ea"/>
                <a:cs typeface="+mn-cs"/>
              </a:rPr>
              <a:t>)# name VLAN10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vlan</a:t>
            </a:r>
            <a:r>
              <a:rPr kumimoji="0" lang="en-AU" sz="1800" b="0" i="0" u="none" strike="noStrike" kern="1200" cap="none" spc="0" normalizeH="0" baseline="0" noProof="0" dirty="0">
                <a:ln>
                  <a:noFill/>
                </a:ln>
                <a:solidFill>
                  <a:prstClr val="black"/>
                </a:solidFill>
                <a:effectLst/>
                <a:uLnTx/>
                <a:uFillTx/>
                <a:latin typeface="Constantia"/>
                <a:ea typeface="+mn-ea"/>
                <a:cs typeface="+mn-cs"/>
              </a:rPr>
              <a:t>)# exit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vlan</a:t>
            </a:r>
            <a:r>
              <a:rPr kumimoji="0" lang="en-AU" sz="1800" b="0" i="0" u="none" strike="noStrike" kern="1200" cap="none" spc="0" normalizeH="0" baseline="0" noProof="0" dirty="0">
                <a:ln>
                  <a:noFill/>
                </a:ln>
                <a:solidFill>
                  <a:prstClr val="black"/>
                </a:solidFill>
                <a:effectLst/>
                <a:uLnTx/>
                <a:uFillTx/>
                <a:latin typeface="Constantia"/>
                <a:ea typeface="+mn-ea"/>
                <a:cs typeface="+mn-cs"/>
              </a:rPr>
              <a:t> 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vlan</a:t>
            </a:r>
            <a:r>
              <a:rPr kumimoji="0" lang="en-AU" sz="1800" b="0" i="0" u="none" strike="noStrike" kern="1200" cap="none" spc="0" normalizeH="0" baseline="0" noProof="0" dirty="0">
                <a:ln>
                  <a:noFill/>
                </a:ln>
                <a:solidFill>
                  <a:prstClr val="black"/>
                </a:solidFill>
                <a:effectLst/>
                <a:uLnTx/>
                <a:uFillTx/>
                <a:latin typeface="Constantia"/>
                <a:ea typeface="+mn-ea"/>
                <a:cs typeface="+mn-cs"/>
              </a:rPr>
              <a:t>)# name VLAN20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vlan</a:t>
            </a:r>
            <a:r>
              <a:rPr kumimoji="0" lang="en-AU" sz="1800" b="0" i="0" u="none" strike="noStrike" kern="1200" cap="none" spc="0" normalizeH="0" baseline="0" noProof="0" dirty="0">
                <a:ln>
                  <a:noFill/>
                </a:ln>
                <a:solidFill>
                  <a:prstClr val="black"/>
                </a:solidFill>
                <a:effectLst/>
                <a:uLnTx/>
                <a:uFillTx/>
                <a:latin typeface="Constantia"/>
                <a:ea typeface="+mn-ea"/>
                <a:cs typeface="+mn-cs"/>
              </a:rPr>
              <a:t>)# exit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 Assign ports to VLANs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 interface range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fastEthernet</a:t>
            </a:r>
            <a:r>
              <a:rPr kumimoji="0" lang="en-AU" sz="1800" b="0" i="0" u="none" strike="noStrike" kern="1200" cap="none" spc="0" normalizeH="0" baseline="0" noProof="0" dirty="0">
                <a:ln>
                  <a:noFill/>
                </a:ln>
                <a:solidFill>
                  <a:prstClr val="black"/>
                </a:solidFill>
                <a:effectLst/>
                <a:uLnTx/>
                <a:uFillTx/>
                <a:latin typeface="Constantia"/>
                <a:ea typeface="+mn-ea"/>
                <a:cs typeface="+mn-cs"/>
              </a:rPr>
              <a:t> 0/1-10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Switch(config-if-range)# switchport mode access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Switch(config-if-range)# switchport access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vlan</a:t>
            </a:r>
            <a:r>
              <a:rPr kumimoji="0" lang="en-AU" sz="1800" b="0" i="0" u="none" strike="noStrike" kern="1200" cap="none" spc="0" normalizeH="0" baseline="0" noProof="0" dirty="0">
                <a:ln>
                  <a:noFill/>
                </a:ln>
                <a:solidFill>
                  <a:prstClr val="black"/>
                </a:solidFill>
                <a:effectLst/>
                <a:uLnTx/>
                <a:uFillTx/>
                <a:latin typeface="Constantia"/>
                <a:ea typeface="+mn-ea"/>
                <a:cs typeface="+mn-cs"/>
              </a:rPr>
              <a:t>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Switch(config-if-range)# exit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p:txBody>
      </p:sp>
      <p:sp>
        <p:nvSpPr>
          <p:cNvPr id="4" name="TextBox 3">
            <a:extLst>
              <a:ext uri="{FF2B5EF4-FFF2-40B4-BE49-F238E27FC236}">
                <a16:creationId xmlns:a16="http://schemas.microsoft.com/office/drawing/2014/main" id="{8234C9FD-EFFE-5F63-3F51-053E0856F252}"/>
              </a:ext>
            </a:extLst>
          </p:cNvPr>
          <p:cNvSpPr txBox="1"/>
          <p:nvPr/>
        </p:nvSpPr>
        <p:spPr>
          <a:xfrm>
            <a:off x="6085840" y="871141"/>
            <a:ext cx="6106160" cy="369331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 interface range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fastEthernet</a:t>
            </a:r>
            <a:r>
              <a:rPr kumimoji="0" lang="en-AU" sz="1800" b="0" i="0" u="none" strike="noStrike" kern="1200" cap="none" spc="0" normalizeH="0" baseline="0" noProof="0" dirty="0">
                <a:ln>
                  <a:noFill/>
                </a:ln>
                <a:solidFill>
                  <a:prstClr val="black"/>
                </a:solidFill>
                <a:effectLst/>
                <a:uLnTx/>
                <a:uFillTx/>
                <a:latin typeface="Constantia"/>
                <a:ea typeface="+mn-ea"/>
                <a:cs typeface="+mn-cs"/>
              </a:rPr>
              <a:t> 0/11-20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Switch(config-if-range)# switchport mode access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Switch(config-if-range)# switchport access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vlan</a:t>
            </a:r>
            <a:r>
              <a:rPr kumimoji="0" lang="en-AU" sz="1800" b="0" i="0" u="none" strike="noStrike" kern="1200" cap="none" spc="0" normalizeH="0" baseline="0" noProof="0" dirty="0">
                <a:ln>
                  <a:noFill/>
                </a:ln>
                <a:solidFill>
                  <a:prstClr val="black"/>
                </a:solidFill>
                <a:effectLst/>
                <a:uLnTx/>
                <a:uFillTx/>
                <a:latin typeface="Constantia"/>
                <a:ea typeface="+mn-ea"/>
                <a:cs typeface="+mn-cs"/>
              </a:rPr>
              <a:t> 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Switch(config-if-range)# exit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 Configure trunk to router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 interface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gigabitEthernet</a:t>
            </a:r>
            <a:r>
              <a:rPr kumimoji="0" lang="en-AU" sz="1800" b="0" i="0" u="none" strike="noStrike" kern="1200" cap="none" spc="0" normalizeH="0" baseline="0" noProof="0" dirty="0">
                <a:ln>
                  <a:noFill/>
                </a:ln>
                <a:solidFill>
                  <a:prstClr val="black"/>
                </a:solidFill>
                <a:effectLst/>
                <a:uLnTx/>
                <a:uFillTx/>
                <a:latin typeface="Constantia"/>
                <a:ea typeface="+mn-ea"/>
                <a:cs typeface="+mn-cs"/>
              </a:rPr>
              <a:t> 0/24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Switch(config-if)# switchport trunk encapsulation dot1q</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Switch(config-if)# switchport mode trunk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Switch(config-if)# exit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 Save config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Switch# write memory</a:t>
            </a:r>
          </a:p>
        </p:txBody>
      </p:sp>
    </p:spTree>
    <p:extLst>
      <p:ext uri="{BB962C8B-B14F-4D97-AF65-F5344CB8AC3E}">
        <p14:creationId xmlns:p14="http://schemas.microsoft.com/office/powerpoint/2010/main" val="1980512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7612A70-2E08-854E-8400-41097BA9F8FB}"/>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96788401-45B9-49B0-4F41-030B68EB1DDF}"/>
              </a:ext>
            </a:extLst>
          </p:cNvPr>
          <p:cNvSpPr txBox="1"/>
          <p:nvPr/>
        </p:nvSpPr>
        <p:spPr>
          <a:xfrm>
            <a:off x="218440" y="-95042"/>
            <a:ext cx="6106160" cy="704808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onstantia"/>
                <a:ea typeface="+mn-ea"/>
                <a:cs typeface="+mn-cs"/>
              </a:rPr>
              <a:t>Router Configuration (Router-on-a-Stick)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Router&gt; enable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 configure terminal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Sub-interface for VLAN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Router(config)# interface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gigabitEthernet</a:t>
            </a:r>
            <a:r>
              <a:rPr kumimoji="0" lang="en-US" sz="1800" b="0" i="0" u="none" strike="noStrike" kern="1200" cap="none" spc="0" normalizeH="0" baseline="0" noProof="0" dirty="0">
                <a:ln>
                  <a:noFill/>
                </a:ln>
                <a:solidFill>
                  <a:prstClr val="black"/>
                </a:solidFill>
                <a:effectLst/>
                <a:uLnTx/>
                <a:uFillTx/>
                <a:latin typeface="Constantia"/>
                <a:ea typeface="+mn-ea"/>
                <a:cs typeface="+mn-cs"/>
              </a:rPr>
              <a:t> 0/0.10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Router(config-</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subif</a:t>
            </a:r>
            <a:r>
              <a:rPr kumimoji="0" lang="en-US" sz="1800" b="0" i="0" u="none" strike="noStrike" kern="1200" cap="none" spc="0" normalizeH="0" baseline="0" noProof="0" dirty="0">
                <a:ln>
                  <a:noFill/>
                </a:ln>
                <a:solidFill>
                  <a:prstClr val="black"/>
                </a:solidFill>
                <a:effectLst/>
                <a:uLnTx/>
                <a:uFillTx/>
                <a:latin typeface="Constantia"/>
                <a:ea typeface="+mn-ea"/>
                <a:cs typeface="+mn-cs"/>
              </a:rPr>
              <a:t>)# encapsulation dot1Q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Router(config-</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subif</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address 192.168.10.1 255.255.255.0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Router(config-</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subif</a:t>
            </a:r>
            <a:r>
              <a:rPr kumimoji="0" lang="en-US" sz="1800" b="0" i="0" u="none" strike="noStrike" kern="1200" cap="none" spc="0" normalizeH="0" baseline="0" noProof="0" dirty="0">
                <a:ln>
                  <a:noFill/>
                </a:ln>
                <a:solidFill>
                  <a:prstClr val="black"/>
                </a:solidFill>
                <a:effectLst/>
                <a:uLnTx/>
                <a:uFillTx/>
                <a:latin typeface="Constantia"/>
                <a:ea typeface="+mn-ea"/>
                <a:cs typeface="+mn-cs"/>
              </a:rPr>
              <a:t>)# exit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Sub-interface for VLAN 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Router(config)# interface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gigabitEthernet</a:t>
            </a:r>
            <a:r>
              <a:rPr kumimoji="0" lang="en-US" sz="1800" b="0" i="0" u="none" strike="noStrike" kern="1200" cap="none" spc="0" normalizeH="0" baseline="0" noProof="0" dirty="0">
                <a:ln>
                  <a:noFill/>
                </a:ln>
                <a:solidFill>
                  <a:prstClr val="black"/>
                </a:solidFill>
                <a:effectLst/>
                <a:uLnTx/>
                <a:uFillTx/>
                <a:latin typeface="Constantia"/>
                <a:ea typeface="+mn-ea"/>
                <a:cs typeface="+mn-cs"/>
              </a:rPr>
              <a:t> 0/0.20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Router(config-</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subif</a:t>
            </a:r>
            <a:r>
              <a:rPr kumimoji="0" lang="en-US" sz="1800" b="0" i="0" u="none" strike="noStrike" kern="1200" cap="none" spc="0" normalizeH="0" baseline="0" noProof="0" dirty="0">
                <a:ln>
                  <a:noFill/>
                </a:ln>
                <a:solidFill>
                  <a:prstClr val="black"/>
                </a:solidFill>
                <a:effectLst/>
                <a:uLnTx/>
                <a:uFillTx/>
                <a:latin typeface="Constantia"/>
                <a:ea typeface="+mn-ea"/>
                <a:cs typeface="+mn-cs"/>
              </a:rPr>
              <a:t>)# encapsulation dot1Q 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Router(config-</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subif</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address 192.168.20.1 255.255.255.0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Router(config-</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subif</a:t>
            </a:r>
            <a:r>
              <a:rPr kumimoji="0" lang="en-US" sz="1800" b="0" i="0" u="none" strike="noStrike" kern="1200" cap="none" spc="0" normalizeH="0" baseline="0" noProof="0" dirty="0">
                <a:ln>
                  <a:noFill/>
                </a:ln>
                <a:solidFill>
                  <a:prstClr val="black"/>
                </a:solidFill>
                <a:effectLst/>
                <a:uLnTx/>
                <a:uFillTx/>
                <a:latin typeface="Constantia"/>
                <a:ea typeface="+mn-ea"/>
                <a:cs typeface="+mn-cs"/>
              </a:rPr>
              <a:t>)# exit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Bring up the main interface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Router(config)# interface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gigabitEthernet</a:t>
            </a:r>
            <a:r>
              <a:rPr kumimoji="0" lang="en-US" sz="1800" b="0" i="0" u="none" strike="noStrike" kern="1200" cap="none" spc="0" normalizeH="0" baseline="0" noProof="0" dirty="0">
                <a:ln>
                  <a:noFill/>
                </a:ln>
                <a:solidFill>
                  <a:prstClr val="black"/>
                </a:solidFill>
                <a:effectLst/>
                <a:uLnTx/>
                <a:uFillTx/>
                <a:latin typeface="Constantia"/>
                <a:ea typeface="+mn-ea"/>
                <a:cs typeface="+mn-cs"/>
              </a:rPr>
              <a:t> 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Router(config-if)# no shutdown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Router(config-if)# exit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Save config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Router# write memory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RW" sz="1800" b="0" i="0" u="none" strike="noStrike" kern="1200" cap="none" spc="0" normalizeH="0" baseline="0" noProof="0" dirty="0">
              <a:ln>
                <a:noFill/>
              </a:ln>
              <a:solidFill>
                <a:prstClr val="black"/>
              </a:solidFill>
              <a:effectLst/>
              <a:uLnTx/>
              <a:uFillTx/>
              <a:latin typeface="Constantia"/>
              <a:ea typeface="+mn-ea"/>
              <a:cs typeface="+mn-cs"/>
            </a:endParaRPr>
          </a:p>
        </p:txBody>
      </p:sp>
    </p:spTree>
    <p:extLst>
      <p:ext uri="{BB962C8B-B14F-4D97-AF65-F5344CB8AC3E}">
        <p14:creationId xmlns:p14="http://schemas.microsoft.com/office/powerpoint/2010/main" val="2799345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1563756" y="125896"/>
            <a:ext cx="10464958" cy="1027043"/>
          </a:xfrm>
        </p:spPr>
        <p:txBody>
          <a:bodyPr>
            <a:normAutofit/>
          </a:bodyPr>
          <a:lstStyle/>
          <a:p>
            <a:pPr algn="ctr"/>
            <a:r>
              <a:rPr lang="en-US" sz="3200" dirty="0"/>
              <a:t>VLAN </a:t>
            </a:r>
            <a:r>
              <a:rPr lang="en-US" sz="3200" dirty="0" err="1"/>
              <a:t>Trunking</a:t>
            </a:r>
            <a:r>
              <a:rPr lang="en-US" sz="3200" dirty="0"/>
              <a:t> Protocol (VTP) Configuration</a:t>
            </a:r>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1" y="1060175"/>
            <a:ext cx="10999304" cy="5671930"/>
          </a:xfrm>
        </p:spPr>
        <p:txBody>
          <a:bodyPr>
            <a:normAutofit/>
          </a:bodyPr>
          <a:lstStyle/>
          <a:p>
            <a:pPr>
              <a:buFont typeface="Wingdings" panose="05000000000000000000" pitchFamily="2" charset="2"/>
              <a:buChar char="q"/>
            </a:pPr>
            <a:r>
              <a:rPr lang="en-US" sz="2400" b="1" dirty="0">
                <a:effectLst/>
                <a:latin typeface="+mj-lt"/>
                <a:ea typeface="Times New Roman" panose="02020603050405020304" pitchFamily="18" charset="0"/>
                <a:cs typeface="Times New Roman" panose="02020603050405020304" pitchFamily="18" charset="0"/>
              </a:rPr>
              <a:t>What to Cover.</a:t>
            </a:r>
          </a:p>
          <a:p>
            <a:r>
              <a:rPr lang="en-US" sz="1800" b="0" i="0" u="none" strike="noStrike" baseline="0" dirty="0">
                <a:latin typeface="Times New Roman" panose="02020603050405020304" pitchFamily="18" charset="0"/>
                <a:cs typeface="Times New Roman" panose="02020603050405020304" pitchFamily="18" charset="0"/>
              </a:rPr>
              <a:t>What is VTP?</a:t>
            </a:r>
          </a:p>
          <a:p>
            <a:pPr>
              <a:buFontTx/>
              <a:buChar char="-"/>
            </a:pPr>
            <a:r>
              <a:rPr lang="en-US" sz="1800" b="0" i="0" dirty="0">
                <a:effectLst/>
                <a:latin typeface="Times New Roman" panose="02020603050405020304" pitchFamily="18" charset="0"/>
                <a:cs typeface="Times New Roman" panose="02020603050405020304" pitchFamily="18" charset="0"/>
              </a:rPr>
              <a:t>Makes it is possible to make configuration changes on one or more switches and have those changes automatically advertised to all the other switches in the same VTP domain. It’s cisco proprietary.</a:t>
            </a:r>
          </a:p>
          <a:p>
            <a:pPr>
              <a:buFontTx/>
              <a:buChar char="-"/>
            </a:pPr>
            <a:r>
              <a:rPr lang="en-US" sz="1800" dirty="0">
                <a:latin typeface="Times New Roman" panose="02020603050405020304" pitchFamily="18" charset="0"/>
                <a:cs typeface="Times New Roman" panose="02020603050405020304" pitchFamily="18" charset="0"/>
              </a:rPr>
              <a:t>Automatically copies VLANs from one switch to another.</a:t>
            </a:r>
          </a:p>
          <a:p>
            <a:pPr>
              <a:buFontTx/>
              <a:buChar char="-"/>
            </a:pPr>
            <a:r>
              <a:rPr lang="en-US" sz="1800" dirty="0">
                <a:latin typeface="Times New Roman" panose="02020603050405020304" pitchFamily="18" charset="0"/>
                <a:cs typeface="Times New Roman" panose="02020603050405020304" pitchFamily="18" charset="0"/>
              </a:rPr>
              <a:t>Hence, makes work easier since you just need to configure VLANs on one switch and automatically the configs are copied to other switches.</a:t>
            </a:r>
          </a:p>
          <a:p>
            <a:pPr>
              <a:buFontTx/>
              <a:buChar char="-"/>
            </a:pPr>
            <a:r>
              <a:rPr lang="en-US" sz="1800" b="0" i="0" dirty="0">
                <a:effectLst/>
                <a:latin typeface="Times New Roman" panose="02020603050405020304" pitchFamily="18" charset="0"/>
                <a:cs typeface="Times New Roman" panose="02020603050405020304" pitchFamily="18" charset="0"/>
              </a:rPr>
              <a:t>Some switches are configured as VTP servers and other switches are configured as VTP clients.</a:t>
            </a:r>
          </a:p>
          <a:p>
            <a:pPr>
              <a:buFontTx/>
              <a:buChar char="-"/>
            </a:pPr>
            <a:r>
              <a:rPr lang="en-US" sz="1800" b="0" i="0" dirty="0">
                <a:effectLst/>
                <a:latin typeface="Times New Roman" panose="02020603050405020304" pitchFamily="18" charset="0"/>
                <a:cs typeface="Times New Roman" panose="02020603050405020304" pitchFamily="18" charset="0"/>
              </a:rPr>
              <a:t> A VLAN created on a VTP server switch is automatically advertised to all switches inside the same VTP domain.</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VTP Modes</a:t>
            </a:r>
          </a:p>
          <a:p>
            <a:pPr algn="l">
              <a:buFont typeface="Arial" panose="020B0604020202020204" pitchFamily="34" charset="0"/>
              <a:buChar char="•"/>
            </a:pPr>
            <a:r>
              <a:rPr lang="en-US" sz="1800" b="1" i="0" dirty="0">
                <a:effectLst/>
                <a:latin typeface="Times New Roman" panose="02020603050405020304" pitchFamily="18" charset="0"/>
                <a:cs typeface="Times New Roman" panose="02020603050405020304" pitchFamily="18" charset="0"/>
              </a:rPr>
              <a:t>VTP client mode</a:t>
            </a:r>
            <a:r>
              <a:rPr lang="en-US" sz="1800" b="0" i="0" dirty="0">
                <a:effectLst/>
                <a:latin typeface="Times New Roman" panose="02020603050405020304" pitchFamily="18" charset="0"/>
                <a:cs typeface="Times New Roman" panose="02020603050405020304" pitchFamily="18" charset="0"/>
              </a:rPr>
              <a:t> – VTP client switch can’t change its VLAN configuration (cannot create or delete VLANs).But can process and forward </a:t>
            </a:r>
            <a:r>
              <a:rPr lang="en-US" sz="1800" b="0" i="0" dirty="0" err="1">
                <a:effectLst/>
                <a:latin typeface="Times New Roman" panose="02020603050405020304" pitchFamily="18" charset="0"/>
                <a:cs typeface="Times New Roman" panose="02020603050405020304" pitchFamily="18" charset="0"/>
              </a:rPr>
              <a:t>vlans</a:t>
            </a:r>
            <a:r>
              <a:rPr lang="en-US" sz="1800" b="0" i="0" dirty="0">
                <a:effectLst/>
                <a:latin typeface="Times New Roman" panose="02020603050405020304" pitchFamily="18" charset="0"/>
                <a:cs typeface="Times New Roman" panose="02020603050405020304" pitchFamily="18" charset="0"/>
              </a:rPr>
              <a:t>.</a:t>
            </a:r>
          </a:p>
          <a:p>
            <a:pPr algn="l">
              <a:buFont typeface="Arial" panose="020B0604020202020204" pitchFamily="34" charset="0"/>
              <a:buChar char="•"/>
            </a:pPr>
            <a:r>
              <a:rPr lang="en-US" sz="1800" b="1" i="0" dirty="0">
                <a:effectLst/>
                <a:latin typeface="Times New Roman" panose="02020603050405020304" pitchFamily="18" charset="0"/>
                <a:cs typeface="Times New Roman" panose="02020603050405020304" pitchFamily="18" charset="0"/>
              </a:rPr>
              <a:t>VTP server mode</a:t>
            </a:r>
            <a:r>
              <a:rPr lang="en-US" sz="1800" b="0" i="0" dirty="0">
                <a:effectLst/>
                <a:latin typeface="Times New Roman" panose="02020603050405020304" pitchFamily="18" charset="0"/>
                <a:cs typeface="Times New Roman" panose="02020603050405020304" pitchFamily="18" charset="0"/>
              </a:rPr>
              <a:t> –  VTP server switch mode can create and delete VLANs. This is the default mode for Cisco switches.</a:t>
            </a:r>
          </a:p>
          <a:p>
            <a:pPr algn="l">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Transparent mode-</a:t>
            </a:r>
            <a:endParaRPr lang="en-US" sz="1800" b="1" i="0" dirty="0">
              <a:effectLst/>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678A34ED-DC80-4E3D-B959-8AFFDB871D71}"/>
              </a:ext>
            </a:extLst>
          </p:cNvPr>
          <p:cNvPicPr>
            <a:picLocks noChangeAspect="1"/>
          </p:cNvPicPr>
          <p:nvPr/>
        </p:nvPicPr>
        <p:blipFill>
          <a:blip r:embed="rId2"/>
          <a:stretch>
            <a:fillRect/>
          </a:stretch>
        </p:blipFill>
        <p:spPr>
          <a:xfrm>
            <a:off x="3838161" y="5819152"/>
            <a:ext cx="5239578" cy="912952"/>
          </a:xfrm>
          <a:prstGeom prst="rect">
            <a:avLst/>
          </a:prstGeom>
        </p:spPr>
      </p:pic>
    </p:spTree>
    <p:extLst>
      <p:ext uri="{BB962C8B-B14F-4D97-AF65-F5344CB8AC3E}">
        <p14:creationId xmlns:p14="http://schemas.microsoft.com/office/powerpoint/2010/main" val="2512203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1" y="609600"/>
            <a:ext cx="9978886" cy="1320800"/>
          </a:xfrm>
        </p:spPr>
        <p:txBody>
          <a:bodyPr>
            <a:normAutofit fontScale="90000"/>
          </a:bodyPr>
          <a:lstStyle/>
          <a:p>
            <a:pPr algn="ctr"/>
            <a:br>
              <a:rPr lang="en-US" sz="3600" b="0" i="0" u="none" strike="noStrike" baseline="0" dirty="0">
                <a:latin typeface="CIDFont+F2"/>
              </a:rPr>
            </a:br>
            <a:br>
              <a:rPr lang="en-US" sz="3600" dirty="0">
                <a:solidFill>
                  <a:schemeClr val="accent1">
                    <a:lumMod val="75000"/>
                  </a:schemeClr>
                </a:solidFill>
              </a:rPr>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691110" y="609600"/>
            <a:ext cx="8596668" cy="5340722"/>
          </a:xfrm>
        </p:spPr>
        <p:txBody>
          <a:bodyPr>
            <a:normAutofit/>
          </a:bodyPr>
          <a:lstStyle/>
          <a:p>
            <a:pPr>
              <a:buFont typeface="Wingdings" panose="05000000000000000000" pitchFamily="2" charset="2"/>
              <a:buChar char="q"/>
            </a:pPr>
            <a:r>
              <a:rPr lang="en-US" sz="2400" b="1" dirty="0">
                <a:effectLst/>
                <a:latin typeface="+mj-lt"/>
                <a:ea typeface="Times New Roman" panose="02020603050405020304" pitchFamily="18" charset="0"/>
                <a:cs typeface="Times New Roman" panose="02020603050405020304" pitchFamily="18" charset="0"/>
              </a:rPr>
              <a:t>How to configure VTP on a Switch</a:t>
            </a:r>
          </a:p>
          <a:p>
            <a:r>
              <a:rPr lang="en-US" sz="2000" b="0" i="0" u="none" strike="noStrike" baseline="0" dirty="0">
                <a:latin typeface="Times New Roman" panose="02020603050405020304" pitchFamily="18" charset="0"/>
                <a:cs typeface="Times New Roman" panose="02020603050405020304" pitchFamily="18" charset="0"/>
              </a:rPr>
              <a:t>Requirements</a:t>
            </a:r>
          </a:p>
          <a:p>
            <a:pPr marL="0" indent="0">
              <a:buNone/>
            </a:pPr>
            <a:r>
              <a:rPr lang="en-US" sz="2000" b="0" i="0" dirty="0">
                <a:effectLst/>
                <a:latin typeface="Times New Roman" panose="02020603050405020304" pitchFamily="18" charset="0"/>
                <a:cs typeface="Times New Roman" panose="02020603050405020304" pitchFamily="18" charset="0"/>
              </a:rPr>
              <a:t>1. A switch has to be configured as either a VTP server or VTP client</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2. The VTP domain name has to be the same on both switches</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3. If present, the VTP domain password has to be the same</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4. VTP versions have to match</a:t>
            </a:r>
            <a:br>
              <a:rPr lang="en-US" sz="2000" dirty="0">
                <a:latin typeface="Times New Roman" panose="02020603050405020304" pitchFamily="18" charset="0"/>
                <a:cs typeface="Times New Roman" panose="02020603050405020304" pitchFamily="18" charset="0"/>
              </a:rPr>
            </a:br>
            <a:r>
              <a:rPr lang="en-US" sz="2000" b="0" i="0" dirty="0">
                <a:effectLst/>
                <a:latin typeface="Times New Roman" panose="02020603050405020304" pitchFamily="18" charset="0"/>
                <a:cs typeface="Times New Roman" panose="02020603050405020304" pitchFamily="18" charset="0"/>
              </a:rPr>
              <a:t>5. The link between the switches has to be a trunk link</a:t>
            </a:r>
            <a:endParaRPr lang="en-US" sz="2000" b="0" i="0" u="none" strike="noStrike" baseline="0" dirty="0">
              <a:latin typeface="Times New Roman" panose="02020603050405020304" pitchFamily="18" charset="0"/>
              <a:cs typeface="Times New Roman" panose="02020603050405020304" pitchFamily="18" charset="0"/>
            </a:endParaRPr>
          </a:p>
          <a:p>
            <a:pPr>
              <a:buFontTx/>
              <a:buChar char="-"/>
            </a:pPr>
            <a:endParaRPr lang="en-US" sz="2000" b="0" i="0" u="none" strike="noStrike" baseline="0" dirty="0">
              <a:latin typeface="+mj-lt"/>
            </a:endParaRPr>
          </a:p>
        </p:txBody>
      </p:sp>
      <p:pic>
        <p:nvPicPr>
          <p:cNvPr id="11" name="Picture 10">
            <a:extLst>
              <a:ext uri="{FF2B5EF4-FFF2-40B4-BE49-F238E27FC236}">
                <a16:creationId xmlns:a16="http://schemas.microsoft.com/office/drawing/2014/main" id="{2EAEAF04-8291-40D6-9643-EE231B2AD58F}"/>
              </a:ext>
            </a:extLst>
          </p:cNvPr>
          <p:cNvPicPr>
            <a:picLocks noChangeAspect="1"/>
          </p:cNvPicPr>
          <p:nvPr/>
        </p:nvPicPr>
        <p:blipFill>
          <a:blip r:embed="rId2"/>
          <a:stretch>
            <a:fillRect/>
          </a:stretch>
        </p:blipFill>
        <p:spPr>
          <a:xfrm>
            <a:off x="808140" y="3407603"/>
            <a:ext cx="7660946" cy="2884533"/>
          </a:xfrm>
          <a:prstGeom prst="rect">
            <a:avLst/>
          </a:prstGeom>
        </p:spPr>
      </p:pic>
    </p:spTree>
    <p:extLst>
      <p:ext uri="{BB962C8B-B14F-4D97-AF65-F5344CB8AC3E}">
        <p14:creationId xmlns:p14="http://schemas.microsoft.com/office/powerpoint/2010/main" val="1169718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677334" y="609600"/>
            <a:ext cx="8596668" cy="1320800"/>
          </a:xfrm>
        </p:spPr>
        <p:txBody>
          <a:bodyPr>
            <a:normAutofit fontScale="90000"/>
          </a:bodyPr>
          <a:lstStyle/>
          <a:p>
            <a:pPr algn="ctr"/>
            <a:r>
              <a:rPr lang="en-US" dirty="0"/>
              <a:t>Class 5: Trunk Allowed/Denied VLANs Configuration</a:t>
            </a:r>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372008" y="8709"/>
            <a:ext cx="11819992" cy="5946913"/>
          </a:xfrm>
        </p:spPr>
        <p:txBody>
          <a:bodyPr>
            <a:normAutofit/>
          </a:bodyPr>
          <a:lstStyle/>
          <a:p>
            <a:pPr>
              <a:buFont typeface="Wingdings" panose="05000000000000000000" pitchFamily="2" charset="2"/>
              <a:buChar char="q"/>
            </a:pPr>
            <a:endParaRPr lang="en-US" sz="2000" b="1" dirty="0">
              <a:effectLst/>
              <a:latin typeface="+mj-lt"/>
              <a:ea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2000" b="1" dirty="0">
                <a:effectLst/>
                <a:latin typeface="+mj-lt"/>
                <a:ea typeface="Times New Roman" panose="02020603050405020304" pitchFamily="18" charset="0"/>
                <a:cs typeface="Times New Roman" panose="02020603050405020304" pitchFamily="18" charset="0"/>
              </a:rPr>
              <a:t>What to Cover.</a:t>
            </a:r>
            <a:endParaRPr lang="en-US" sz="2000" b="0" i="0" u="none" strike="noStrike" baseline="0" dirty="0">
              <a:latin typeface="+mj-lt"/>
            </a:endParaRPr>
          </a:p>
          <a:p>
            <a:pPr>
              <a:buFontTx/>
              <a:buChar char="-"/>
            </a:pPr>
            <a:r>
              <a:rPr lang="en-US" sz="2000" b="0" i="0" u="none" strike="noStrike" baseline="0" dirty="0">
                <a:latin typeface="Times New Roman" panose="02020603050405020304" pitchFamily="18" charset="0"/>
                <a:cs typeface="Times New Roman" panose="02020603050405020304" pitchFamily="18" charset="0"/>
              </a:rPr>
              <a:t>This method allows or denies certain VLANs through the trunk interface</a:t>
            </a:r>
            <a:r>
              <a:rPr lang="en-US" sz="2000" dirty="0">
                <a:latin typeface="Times New Roman" panose="02020603050405020304" pitchFamily="18" charset="0"/>
                <a:cs typeface="Times New Roman" panose="02020603050405020304" pitchFamily="18" charset="0"/>
              </a:rPr>
              <a:t>.</a:t>
            </a:r>
          </a:p>
          <a:p>
            <a:pPr>
              <a:buFontTx/>
              <a:buChar char="-"/>
            </a:pPr>
            <a:r>
              <a:rPr lang="en-US" sz="2000" dirty="0">
                <a:latin typeface="Times New Roman" panose="02020603050405020304" pitchFamily="18" charset="0"/>
                <a:cs typeface="Times New Roman" panose="02020603050405020304" pitchFamily="18" charset="0"/>
              </a:rPr>
              <a:t>Thus </a:t>
            </a:r>
            <a:r>
              <a:rPr lang="en-US" sz="2000" b="0" i="0" dirty="0">
                <a:effectLst/>
                <a:latin typeface="Times New Roman" panose="02020603050405020304" pitchFamily="18" charset="0"/>
                <a:cs typeface="Times New Roman" panose="02020603050405020304" pitchFamily="18" charset="0"/>
              </a:rPr>
              <a:t>prevent some unnecessary traffic from being circulated across the network.</a:t>
            </a:r>
            <a:endParaRPr lang="en-US" sz="2000" dirty="0">
              <a:latin typeface="Times New Roman" panose="02020603050405020304" pitchFamily="18" charset="0"/>
              <a:cs typeface="Times New Roman" panose="02020603050405020304" pitchFamily="18" charset="0"/>
            </a:endParaRPr>
          </a:p>
          <a:p>
            <a:pPr>
              <a:buFontTx/>
              <a:buChar char="-"/>
            </a:pPr>
            <a:r>
              <a:rPr lang="en-US" sz="2000" dirty="0">
                <a:latin typeface="Times New Roman" panose="02020603050405020304" pitchFamily="18" charset="0"/>
                <a:cs typeface="Times New Roman" panose="02020603050405020304" pitchFamily="18" charset="0"/>
              </a:rPr>
              <a:t>By default, all VLANs are allowed through the trunk interface.</a:t>
            </a:r>
          </a:p>
          <a:p>
            <a:r>
              <a:rPr lang="en-US" sz="2000" dirty="0">
                <a:latin typeface="+mj-lt"/>
              </a:rPr>
              <a:t>How to Configure </a:t>
            </a:r>
            <a:r>
              <a:rPr lang="en-US" sz="2000" b="0" i="0" u="none" strike="noStrike" baseline="0" dirty="0">
                <a:latin typeface="+mj-lt"/>
              </a:rPr>
              <a:t>VLAN </a:t>
            </a:r>
            <a:r>
              <a:rPr lang="en-US" sz="2000" dirty="0">
                <a:latin typeface="+mj-lt"/>
              </a:rPr>
              <a:t>allowed/deny</a:t>
            </a:r>
            <a:endParaRPr lang="en-US" sz="2000" b="0" i="0" u="none" strike="noStrike" baseline="0" dirty="0">
              <a:latin typeface="+mj-lt"/>
            </a:endParaRPr>
          </a:p>
          <a:p>
            <a:pPr marL="0" indent="0">
              <a:buNone/>
            </a:pPr>
            <a:endParaRPr lang="en-US" sz="2000" dirty="0">
              <a:latin typeface="+mj-lt"/>
            </a:endParaRPr>
          </a:p>
        </p:txBody>
      </p:sp>
      <p:pic>
        <p:nvPicPr>
          <p:cNvPr id="8" name="Picture 7">
            <a:extLst>
              <a:ext uri="{FF2B5EF4-FFF2-40B4-BE49-F238E27FC236}">
                <a16:creationId xmlns:a16="http://schemas.microsoft.com/office/drawing/2014/main" id="{F8468100-7AEA-435D-97B4-5513BCFE4E5E}"/>
              </a:ext>
            </a:extLst>
          </p:cNvPr>
          <p:cNvPicPr>
            <a:picLocks noChangeAspect="1"/>
          </p:cNvPicPr>
          <p:nvPr/>
        </p:nvPicPr>
        <p:blipFill>
          <a:blip r:embed="rId2"/>
          <a:stretch>
            <a:fillRect/>
          </a:stretch>
        </p:blipFill>
        <p:spPr>
          <a:xfrm>
            <a:off x="557065" y="2754085"/>
            <a:ext cx="9334008" cy="3102429"/>
          </a:xfrm>
          <a:prstGeom prst="rect">
            <a:avLst/>
          </a:prstGeom>
        </p:spPr>
      </p:pic>
    </p:spTree>
    <p:extLst>
      <p:ext uri="{BB962C8B-B14F-4D97-AF65-F5344CB8AC3E}">
        <p14:creationId xmlns:p14="http://schemas.microsoft.com/office/powerpoint/2010/main" val="1476825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1987962" y="419766"/>
            <a:ext cx="7710245" cy="1027043"/>
          </a:xfrm>
        </p:spPr>
        <p:txBody>
          <a:bodyPr>
            <a:normAutofit fontScale="90000"/>
          </a:bodyPr>
          <a:lstStyle/>
          <a:p>
            <a:br>
              <a:rPr lang="en-US" dirty="0"/>
            </a:br>
            <a:br>
              <a:rPr lang="en-US" dirty="0"/>
            </a:br>
            <a:br>
              <a:rPr lang="en-US" dirty="0"/>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239486" y="130629"/>
            <a:ext cx="10035730" cy="6601476"/>
          </a:xfrm>
        </p:spPr>
        <p:txBody>
          <a:bodyPr>
            <a:normAutofit/>
          </a:bodyPr>
          <a:lstStyle/>
          <a:p>
            <a:pPr>
              <a:buFont typeface="Wingdings" panose="05000000000000000000" pitchFamily="2" charset="2"/>
              <a:buChar char="q"/>
            </a:pPr>
            <a:r>
              <a:rPr lang="en-US" sz="2000" b="1" dirty="0">
                <a:effectLst/>
                <a:latin typeface="+mj-lt"/>
                <a:ea typeface="Times New Roman" panose="02020603050405020304" pitchFamily="18" charset="0"/>
                <a:cs typeface="Times New Roman" panose="02020603050405020304" pitchFamily="18" charset="0"/>
              </a:rPr>
              <a:t>What to Cover.</a:t>
            </a:r>
          </a:p>
          <a:p>
            <a:r>
              <a:rPr lang="en-US" sz="2000" b="0" i="0" u="none" strike="noStrike" baseline="0" dirty="0">
                <a:latin typeface="Times New Roman" panose="02020603050405020304" pitchFamily="18" charset="0"/>
                <a:cs typeface="Times New Roman" panose="02020603050405020304" pitchFamily="18" charset="0"/>
              </a:rPr>
              <a:t>What is Native VLAN?</a:t>
            </a:r>
          </a:p>
          <a:p>
            <a:r>
              <a:rPr lang="en-US" sz="2000" dirty="0">
                <a:latin typeface="Times New Roman" panose="02020603050405020304" pitchFamily="18" charset="0"/>
                <a:cs typeface="Times New Roman" panose="02020603050405020304" pitchFamily="18" charset="0"/>
              </a:rPr>
              <a:t>In Default VLAN all switch ports turn into a member of the default VLAN 1 </a:t>
            </a:r>
          </a:p>
          <a:p>
            <a:r>
              <a:rPr lang="en-US" sz="2000" dirty="0">
                <a:latin typeface="Times New Roman" panose="02020603050405020304" pitchFamily="18" charset="0"/>
                <a:cs typeface="Times New Roman" panose="02020603050405020304" pitchFamily="18" charset="0"/>
              </a:rPr>
              <a:t>When frames traverse a Trunk port, a  VLAN tag is added to distinguish which frames belong to which VLANs. Access ports do not require a VLAN tag, since all incoming and outgoing frames belong to a single VLAN. The Native VLAN is simply the one VLAN that traverses a Trunk port without a VLAN tag.</a:t>
            </a:r>
          </a:p>
          <a:p>
            <a:r>
              <a:rPr lang="en-US" sz="2000" dirty="0">
                <a:latin typeface="Times New Roman" panose="02020603050405020304" pitchFamily="18" charset="0"/>
                <a:cs typeface="Times New Roman" panose="02020603050405020304" pitchFamily="18" charset="0"/>
              </a:rPr>
              <a:t>We configure trunk port with a Native VLAN, and whatever traffic arrives on that port without an existing VLAN tag, gets associated with your Native VLAN.</a:t>
            </a:r>
            <a:endParaRPr lang="en-US" sz="2000" b="0" i="0" u="none" strike="noStrike" baseline="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D06B793-C65D-4B26-A2C2-DEB70C64BE3F}"/>
              </a:ext>
            </a:extLst>
          </p:cNvPr>
          <p:cNvPicPr>
            <a:picLocks noChangeAspect="1"/>
          </p:cNvPicPr>
          <p:nvPr/>
        </p:nvPicPr>
        <p:blipFill>
          <a:blip r:embed="rId2"/>
          <a:stretch>
            <a:fillRect/>
          </a:stretch>
        </p:blipFill>
        <p:spPr>
          <a:xfrm>
            <a:off x="357941" y="3429000"/>
            <a:ext cx="3225539" cy="1027044"/>
          </a:xfrm>
          <a:prstGeom prst="rect">
            <a:avLst/>
          </a:prstGeom>
        </p:spPr>
      </p:pic>
      <p:pic>
        <p:nvPicPr>
          <p:cNvPr id="9" name="Picture 8">
            <a:extLst>
              <a:ext uri="{FF2B5EF4-FFF2-40B4-BE49-F238E27FC236}">
                <a16:creationId xmlns:a16="http://schemas.microsoft.com/office/drawing/2014/main" id="{D35F8F22-0B26-4D2D-90F4-9B163D687E91}"/>
              </a:ext>
            </a:extLst>
          </p:cNvPr>
          <p:cNvPicPr>
            <a:picLocks noChangeAspect="1"/>
          </p:cNvPicPr>
          <p:nvPr/>
        </p:nvPicPr>
        <p:blipFill>
          <a:blip r:embed="rId3"/>
          <a:stretch>
            <a:fillRect/>
          </a:stretch>
        </p:blipFill>
        <p:spPr>
          <a:xfrm>
            <a:off x="3957637" y="3451201"/>
            <a:ext cx="4821943" cy="1385369"/>
          </a:xfrm>
          <a:prstGeom prst="rect">
            <a:avLst/>
          </a:prstGeom>
        </p:spPr>
      </p:pic>
      <p:pic>
        <p:nvPicPr>
          <p:cNvPr id="10" name="Picture 9">
            <a:extLst>
              <a:ext uri="{FF2B5EF4-FFF2-40B4-BE49-F238E27FC236}">
                <a16:creationId xmlns:a16="http://schemas.microsoft.com/office/drawing/2014/main" id="{00CB079D-A5B5-4CBC-86AA-7851E4703BE0}"/>
              </a:ext>
            </a:extLst>
          </p:cNvPr>
          <p:cNvPicPr>
            <a:picLocks noChangeAspect="1"/>
          </p:cNvPicPr>
          <p:nvPr/>
        </p:nvPicPr>
        <p:blipFill>
          <a:blip r:embed="rId4"/>
          <a:stretch>
            <a:fillRect/>
          </a:stretch>
        </p:blipFill>
        <p:spPr>
          <a:xfrm>
            <a:off x="3957637" y="4953001"/>
            <a:ext cx="4821942" cy="1322912"/>
          </a:xfrm>
          <a:prstGeom prst="rect">
            <a:avLst/>
          </a:prstGeom>
        </p:spPr>
      </p:pic>
    </p:spTree>
    <p:extLst>
      <p:ext uri="{BB962C8B-B14F-4D97-AF65-F5344CB8AC3E}">
        <p14:creationId xmlns:p14="http://schemas.microsoft.com/office/powerpoint/2010/main" val="1710799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396618" y="261257"/>
            <a:ext cx="11577667" cy="6879772"/>
          </a:xfrm>
        </p:spPr>
        <p:txBody>
          <a:bodyPr>
            <a:noAutofit/>
          </a:bodyPr>
          <a:lstStyle/>
          <a:p>
            <a:r>
              <a:rPr lang="en-US" sz="3200" b="1" i="0" u="none" strike="noStrike" baseline="0" dirty="0">
                <a:latin typeface="Times New Roman" panose="02020603050405020304" pitchFamily="18" charset="0"/>
                <a:cs typeface="Times New Roman" panose="02020603050405020304" pitchFamily="18" charset="0"/>
              </a:rPr>
              <a:t>What is STP?</a:t>
            </a:r>
          </a:p>
          <a:p>
            <a:pPr>
              <a:buFontTx/>
              <a:buChar char="-"/>
            </a:pPr>
            <a:r>
              <a:rPr lang="en-US" sz="2000" i="0" dirty="0">
                <a:effectLst/>
                <a:latin typeface="Times New Roman" panose="02020603050405020304" pitchFamily="18" charset="0"/>
                <a:cs typeface="Times New Roman" panose="02020603050405020304" pitchFamily="18" charset="0"/>
              </a:rPr>
              <a:t>Spanning Tree Protocol (STP) is a network protocol designed to prevent layer 2 loops. </a:t>
            </a:r>
          </a:p>
          <a:p>
            <a:pPr>
              <a:buFontTx/>
              <a:buChar char="-"/>
            </a:pPr>
            <a:r>
              <a:rPr lang="en-US" sz="2000" i="0" dirty="0">
                <a:effectLst/>
                <a:latin typeface="Times New Roman" panose="02020603050405020304" pitchFamily="18" charset="0"/>
                <a:cs typeface="Times New Roman" panose="02020603050405020304" pitchFamily="18" charset="0"/>
              </a:rPr>
              <a:t>It is standardized as IEEE 802.1D protocol.</a:t>
            </a:r>
          </a:p>
          <a:p>
            <a:pPr>
              <a:buFontTx/>
              <a:buChar char="-"/>
            </a:pPr>
            <a:r>
              <a:rPr lang="en-US" sz="2000" i="0" dirty="0">
                <a:effectLst/>
                <a:latin typeface="Times New Roman" panose="02020603050405020304" pitchFamily="18" charset="0"/>
                <a:cs typeface="Times New Roman" panose="02020603050405020304" pitchFamily="18" charset="0"/>
              </a:rPr>
              <a:t>STP blocks some ports on switches with redundant links to prevent broadcast storms and ensure loop-free topology. With STP in place, you can have redundant links between switches in order to provide redundancy. </a:t>
            </a:r>
            <a:r>
              <a:rPr lang="en-US" sz="2000" b="0" i="0" dirty="0">
                <a:effectLst/>
                <a:latin typeface="Arial" panose="020B0604020202020204" pitchFamily="34" charset="0"/>
              </a:rPr>
              <a:t> </a:t>
            </a:r>
          </a:p>
          <a:p>
            <a:pPr>
              <a:buFontTx/>
              <a:buChar char="-"/>
            </a:pPr>
            <a:r>
              <a:rPr lang="en-US" sz="2000" b="0" i="0" dirty="0">
                <a:effectLst/>
                <a:latin typeface="Times New Roman" panose="02020603050405020304" pitchFamily="18" charset="0"/>
                <a:cs typeface="Times New Roman" panose="02020603050405020304" pitchFamily="18" charset="0"/>
              </a:rPr>
              <a:t>STP prevents loops by placing one of the switch ports in blocking state, which will be enabled whenever the other link is down.</a:t>
            </a:r>
            <a:endParaRPr lang="en-US" sz="2000" i="0" dirty="0">
              <a:effectLst/>
              <a:latin typeface="Times New Roman" panose="02020603050405020304" pitchFamily="18" charset="0"/>
              <a:cs typeface="Times New Roman" panose="02020603050405020304" pitchFamily="18" charset="0"/>
            </a:endParaRP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endParaRPr lang="en-US" sz="2000" i="0" dirty="0">
              <a:effectLst/>
              <a:latin typeface="Times New Roman" panose="02020603050405020304" pitchFamily="18" charset="0"/>
              <a:cs typeface="Times New Roman" panose="02020603050405020304" pitchFamily="18" charset="0"/>
            </a:endParaRP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endParaRPr lang="en-US" sz="2000" i="0" dirty="0">
              <a:effectLst/>
              <a:latin typeface="Times New Roman" panose="02020603050405020304" pitchFamily="18" charset="0"/>
              <a:cs typeface="Times New Roman" panose="02020603050405020304" pitchFamily="18" charset="0"/>
            </a:endParaRPr>
          </a:p>
          <a:p>
            <a:pPr>
              <a:buFontTx/>
              <a:buChar char="-"/>
            </a:pPr>
            <a:endParaRPr lang="en-US" sz="2000" dirty="0">
              <a:latin typeface="Times New Roman" panose="02020603050405020304" pitchFamily="18" charset="0"/>
              <a:cs typeface="Times New Roman" panose="02020603050405020304" pitchFamily="18" charset="0"/>
            </a:endParaRPr>
          </a:p>
          <a:p>
            <a:pPr>
              <a:buFontTx/>
              <a:buChar char="-"/>
            </a:pPr>
            <a:endParaRPr lang="en-US" sz="2000" i="0" dirty="0">
              <a:effectLst/>
              <a:latin typeface="Times New Roman" panose="02020603050405020304" pitchFamily="18" charset="0"/>
              <a:cs typeface="Times New Roman" panose="02020603050405020304" pitchFamily="18" charset="0"/>
            </a:endParaRPr>
          </a:p>
          <a:p>
            <a:pPr>
              <a:buFontTx/>
              <a:buChar char="-"/>
            </a:pPr>
            <a:r>
              <a:rPr lang="en-US" sz="2000" b="0" i="0" dirty="0">
                <a:effectLst/>
                <a:latin typeface="Times New Roman" panose="02020603050405020304" pitchFamily="18" charset="0"/>
                <a:cs typeface="Times New Roman" panose="02020603050405020304" pitchFamily="18" charset="0"/>
              </a:rPr>
              <a:t>In the topology above, STP has placed one port on SW3 in the blocking state. That port will no longer process any frames except the STP messages. If SW3 receives a broadcast frame from SW1, it will not forward it out the port connected to SW2.</a:t>
            </a:r>
            <a:endParaRPr lang="en-US" sz="2000" i="0" dirty="0">
              <a:effectLst/>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1E7ADB0-0099-4A29-85D5-457712D70112}"/>
              </a:ext>
            </a:extLst>
          </p:cNvPr>
          <p:cNvPicPr>
            <a:picLocks noChangeAspect="1"/>
          </p:cNvPicPr>
          <p:nvPr/>
        </p:nvPicPr>
        <p:blipFill>
          <a:blip r:embed="rId2"/>
          <a:stretch>
            <a:fillRect/>
          </a:stretch>
        </p:blipFill>
        <p:spPr>
          <a:xfrm>
            <a:off x="1039348" y="3244179"/>
            <a:ext cx="3448050" cy="1805609"/>
          </a:xfrm>
          <a:prstGeom prst="rect">
            <a:avLst/>
          </a:prstGeom>
        </p:spPr>
      </p:pic>
    </p:spTree>
    <p:extLst>
      <p:ext uri="{BB962C8B-B14F-4D97-AF65-F5344CB8AC3E}">
        <p14:creationId xmlns:p14="http://schemas.microsoft.com/office/powerpoint/2010/main" val="2103699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1" y="609600"/>
            <a:ext cx="9978886" cy="1320800"/>
          </a:xfrm>
        </p:spPr>
        <p:txBody>
          <a:bodyPr>
            <a:normAutofit fontScale="90000"/>
          </a:bodyPr>
          <a:lstStyle/>
          <a:p>
            <a:pPr algn="ctr"/>
            <a:br>
              <a:rPr lang="en-US" sz="3600" b="0" i="0" u="none" strike="noStrike" baseline="0" dirty="0">
                <a:latin typeface="CIDFont+F2"/>
              </a:rPr>
            </a:br>
            <a:br>
              <a:rPr lang="en-US" sz="3600" dirty="0">
                <a:solidFill>
                  <a:schemeClr val="accent1">
                    <a:lumMod val="75000"/>
                  </a:schemeClr>
                </a:solidFill>
              </a:rPr>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108053" y="141514"/>
            <a:ext cx="11757376" cy="6716486"/>
          </a:xfrm>
        </p:spPr>
        <p:txBody>
          <a:bodyPr>
            <a:noAutofit/>
          </a:bodyPr>
          <a:lstStyle/>
          <a:p>
            <a:pPr>
              <a:buFont typeface="Wingdings" panose="05000000000000000000" pitchFamily="2" charset="2"/>
              <a:buChar char="q"/>
            </a:pPr>
            <a:r>
              <a:rPr lang="en-US" sz="2000" b="1" dirty="0">
                <a:effectLst/>
                <a:latin typeface="+mj-lt"/>
                <a:ea typeface="Times New Roman" panose="02020603050405020304" pitchFamily="18" charset="0"/>
                <a:cs typeface="Times New Roman" panose="02020603050405020304" pitchFamily="18" charset="0"/>
              </a:rPr>
              <a:t>How STP Works</a:t>
            </a:r>
          </a:p>
          <a:p>
            <a:pPr>
              <a:buFont typeface="Wingdings" panose="05000000000000000000" pitchFamily="2" charset="2"/>
              <a:buChar char="ü"/>
            </a:pPr>
            <a:r>
              <a:rPr lang="en-US" sz="2000" i="0" dirty="0">
                <a:effectLst/>
                <a:latin typeface="Times New Roman" panose="02020603050405020304" pitchFamily="18" charset="0"/>
                <a:cs typeface="Times New Roman" panose="02020603050405020304" pitchFamily="18" charset="0"/>
              </a:rPr>
              <a:t>STP uses the Spanning-Tree Algorithm (SPA) to create a topology database of the network. To prevent loops, SPA places some interfaces in forwarding state and other interfaces in blocking state.</a:t>
            </a:r>
            <a:endParaRPr lang="en-US"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Conditions in STP</a:t>
            </a:r>
            <a:endParaRPr lang="en-US" sz="2000" b="0" i="0" u="none" strike="noStrike" baseline="0" dirty="0">
              <a:latin typeface="Times New Roman" panose="02020603050405020304" pitchFamily="18" charset="0"/>
              <a:cs typeface="Times New Roman" panose="02020603050405020304" pitchFamily="18" charset="0"/>
            </a:endParaRPr>
          </a:p>
          <a:p>
            <a:pPr marL="0" indent="0">
              <a:buNone/>
            </a:pPr>
            <a:r>
              <a:rPr lang="en-US" sz="2000" i="0" dirty="0">
                <a:effectLst/>
                <a:latin typeface="Times New Roman" panose="02020603050405020304" pitchFamily="18" charset="0"/>
                <a:cs typeface="Times New Roman" panose="02020603050405020304" pitchFamily="18" charset="0"/>
              </a:rPr>
              <a:t>1. All switches in a network elect a root switch. All working interfaces on the root switch are placed in forwarding state.</a:t>
            </a:r>
            <a:br>
              <a:rPr lang="en-US" sz="2000" dirty="0">
                <a:latin typeface="Times New Roman" panose="02020603050405020304" pitchFamily="18" charset="0"/>
                <a:cs typeface="Times New Roman" panose="02020603050405020304" pitchFamily="18" charset="0"/>
              </a:rPr>
            </a:br>
            <a:r>
              <a:rPr lang="en-US" sz="2000" i="0" dirty="0">
                <a:effectLst/>
                <a:latin typeface="Times New Roman" panose="02020603050405020304" pitchFamily="18" charset="0"/>
                <a:cs typeface="Times New Roman" panose="02020603050405020304" pitchFamily="18" charset="0"/>
              </a:rPr>
              <a:t>2. All other switches, called </a:t>
            </a:r>
            <a:r>
              <a:rPr lang="en-US" sz="2000" i="0" dirty="0" err="1">
                <a:effectLst/>
                <a:latin typeface="Times New Roman" panose="02020603050405020304" pitchFamily="18" charset="0"/>
                <a:cs typeface="Times New Roman" panose="02020603050405020304" pitchFamily="18" charset="0"/>
              </a:rPr>
              <a:t>nonroot</a:t>
            </a:r>
            <a:r>
              <a:rPr lang="en-US" sz="2000" i="0" dirty="0">
                <a:effectLst/>
                <a:latin typeface="Times New Roman" panose="02020603050405020304" pitchFamily="18" charset="0"/>
                <a:cs typeface="Times New Roman" panose="02020603050405020304" pitchFamily="18" charset="0"/>
              </a:rPr>
              <a:t> switches, determine the best path to get to the root switch. The port used to reach the root switch (root port) is placed in forwarding state.</a:t>
            </a:r>
            <a:br>
              <a:rPr lang="en-US" sz="2000" dirty="0">
                <a:latin typeface="Times New Roman" panose="02020603050405020304" pitchFamily="18" charset="0"/>
                <a:cs typeface="Times New Roman" panose="02020603050405020304" pitchFamily="18" charset="0"/>
              </a:rPr>
            </a:br>
            <a:r>
              <a:rPr lang="en-US" sz="2000" i="0" dirty="0">
                <a:effectLst/>
                <a:latin typeface="Times New Roman" panose="02020603050405020304" pitchFamily="18" charset="0"/>
                <a:cs typeface="Times New Roman" panose="02020603050405020304" pitchFamily="18" charset="0"/>
              </a:rPr>
              <a:t>3. On the shared Ethernet segments, the switch with the best path to reach the root switch is placed in forwarding state. That switch is called the designated switch and its port is known as the designated port.</a:t>
            </a:r>
            <a:br>
              <a:rPr lang="en-US" sz="2000" dirty="0">
                <a:latin typeface="Times New Roman" panose="02020603050405020304" pitchFamily="18" charset="0"/>
                <a:cs typeface="Times New Roman" panose="02020603050405020304" pitchFamily="18" charset="0"/>
              </a:rPr>
            </a:br>
            <a:r>
              <a:rPr lang="en-US" sz="2000" i="0" dirty="0">
                <a:effectLst/>
                <a:latin typeface="Times New Roman" panose="02020603050405020304" pitchFamily="18" charset="0"/>
                <a:cs typeface="Times New Roman" panose="02020603050405020304" pitchFamily="18" charset="0"/>
              </a:rPr>
              <a:t>4. All other interfaces are placed in blocking state and will not forward frames.</a:t>
            </a:r>
          </a:p>
          <a:p>
            <a:pPr marL="0" indent="0">
              <a:buNone/>
            </a:pPr>
            <a:endParaRPr lang="en-US" sz="2000" i="0" u="none" strike="noStrike" baseline="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endParaRPr lang="en-US" sz="2000" i="0" u="none" strike="noStrike" baseline="0"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i="0" dirty="0">
                <a:effectLst/>
                <a:latin typeface="Times New Roman" panose="02020603050405020304" pitchFamily="18" charset="0"/>
                <a:cs typeface="Times New Roman" panose="02020603050405020304" pitchFamily="18" charset="0"/>
              </a:rPr>
              <a:t>Let’s say that SW1 is elected as the root switch. All ports on SW1 are placed into forwarding state. SW2 and SW3 choose ports with the lowest cost to reach the root switch to be the root ports. These ports are also placed in forwarding state. On the shared Ethernet segment between SW2 and SW3, port Fa0/1 on SW2 has the lowest cost to reach the root switch. This port is placed in forwarding state. To prevent loops, port Fa0/1 on SW3 is placed in blocking state.</a:t>
            </a:r>
            <a:endParaRPr lang="en-US" sz="2000" i="0" u="none" strike="noStrike" baseline="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7EAE8F3C-DCF0-4BDC-95F2-E108394CD75A}"/>
              </a:ext>
            </a:extLst>
          </p:cNvPr>
          <p:cNvPicPr>
            <a:picLocks noChangeAspect="1"/>
          </p:cNvPicPr>
          <p:nvPr/>
        </p:nvPicPr>
        <p:blipFill>
          <a:blip r:embed="rId2"/>
          <a:stretch>
            <a:fillRect/>
          </a:stretch>
        </p:blipFill>
        <p:spPr>
          <a:xfrm>
            <a:off x="8433732" y="3429000"/>
            <a:ext cx="2549953" cy="1769477"/>
          </a:xfrm>
          <a:prstGeom prst="rect">
            <a:avLst/>
          </a:prstGeom>
        </p:spPr>
      </p:pic>
    </p:spTree>
    <p:extLst>
      <p:ext uri="{BB962C8B-B14F-4D97-AF65-F5344CB8AC3E}">
        <p14:creationId xmlns:p14="http://schemas.microsoft.com/office/powerpoint/2010/main" val="18977801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331304" y="293914"/>
            <a:ext cx="11860696" cy="6438191"/>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EtherChannel</a:t>
            </a:r>
            <a:endParaRPr lang="en-US" sz="2000" b="1" dirty="0">
              <a:effectLst/>
              <a:latin typeface="Times New Roman" panose="02020603050405020304" pitchFamily="18" charset="0"/>
              <a:cs typeface="Times New Roman" panose="02020603050405020304" pitchFamily="18" charset="0"/>
            </a:endParaRPr>
          </a:p>
          <a:p>
            <a:pPr algn="l"/>
            <a:r>
              <a:rPr lang="en-US" sz="2000" b="0" i="0" dirty="0">
                <a:effectLst/>
                <a:latin typeface="Times New Roman" panose="02020603050405020304" pitchFamily="18" charset="0"/>
                <a:cs typeface="Times New Roman" panose="02020603050405020304" pitchFamily="18" charset="0"/>
              </a:rPr>
              <a:t>Allows multiple physical Fast Ethernet links to combine into one logical channel. Maximum of 8 links can be aggregated to form a single logical link.</a:t>
            </a:r>
          </a:p>
          <a:p>
            <a:pPr algn="l"/>
            <a:r>
              <a:rPr lang="en-US" sz="2000" b="0" i="0" dirty="0">
                <a:effectLst/>
                <a:latin typeface="Times New Roman" panose="02020603050405020304" pitchFamily="18" charset="0"/>
                <a:cs typeface="Times New Roman" panose="02020603050405020304" pitchFamily="18" charset="0"/>
              </a:rPr>
              <a:t> This allows load sharing of traffic among the links in the channel as well as redundancy in the event that one or more links in the channel fail.</a:t>
            </a:r>
          </a:p>
          <a:p>
            <a:pPr algn="l"/>
            <a:r>
              <a:rPr lang="en-US" sz="2000" dirty="0">
                <a:latin typeface="Times New Roman" panose="02020603050405020304" pitchFamily="18" charset="0"/>
                <a:cs typeface="Times New Roman" panose="02020603050405020304" pitchFamily="18" charset="0"/>
              </a:rPr>
              <a:t>No wastage of bandwidth, no loops, and there is redundancy.</a:t>
            </a:r>
            <a:endParaRPr lang="en-US" sz="2000" b="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00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2000" i="0" dirty="0">
              <a:effectLst/>
              <a:latin typeface="Times New Roman" panose="02020603050405020304" pitchFamily="18" charset="0"/>
              <a:cs typeface="Times New Roman" panose="02020603050405020304" pitchFamily="18" charset="0"/>
            </a:endParaRPr>
          </a:p>
          <a:p>
            <a:pPr algn="l" fontAlgn="base"/>
            <a:r>
              <a:rPr lang="en-US" sz="2000" b="1" i="0" dirty="0">
                <a:effectLst/>
                <a:latin typeface="urw-din"/>
              </a:rPr>
              <a:t>Criteria </a:t>
            </a:r>
            <a:r>
              <a:rPr lang="en-US" sz="2000" b="0" i="0" dirty="0">
                <a:effectLst/>
                <a:latin typeface="urw-din"/>
              </a:rPr>
              <a:t>To form an EtherChannel, all ports should have:</a:t>
            </a:r>
          </a:p>
          <a:p>
            <a:pPr algn="l" fontAlgn="base">
              <a:buFont typeface="+mj-lt"/>
              <a:buAutoNum type="arabicPeriod"/>
            </a:pPr>
            <a:r>
              <a:rPr lang="en-US" sz="2000" b="0" i="0" dirty="0">
                <a:effectLst/>
                <a:latin typeface="urw-din"/>
              </a:rPr>
              <a:t>Same duplex</a:t>
            </a:r>
          </a:p>
          <a:p>
            <a:pPr algn="l" fontAlgn="base">
              <a:buFont typeface="+mj-lt"/>
              <a:buAutoNum type="arabicPeriod"/>
            </a:pPr>
            <a:r>
              <a:rPr lang="en-US" sz="2000" b="0" i="0" dirty="0">
                <a:effectLst/>
                <a:latin typeface="urw-din"/>
              </a:rPr>
              <a:t>Same speed</a:t>
            </a:r>
          </a:p>
          <a:p>
            <a:pPr algn="l" fontAlgn="base">
              <a:buFont typeface="+mj-lt"/>
              <a:buAutoNum type="arabicPeriod"/>
            </a:pPr>
            <a:r>
              <a:rPr lang="en-US" sz="2000" b="0" i="0" dirty="0">
                <a:effectLst/>
                <a:latin typeface="urw-din"/>
              </a:rPr>
              <a:t>Same VLAN configuration (i.e., native VLAN and allowed VLAN should be same)</a:t>
            </a:r>
          </a:p>
          <a:p>
            <a:pPr algn="l" fontAlgn="base">
              <a:buFont typeface="+mj-lt"/>
              <a:buAutoNum type="arabicPeriod"/>
            </a:pPr>
            <a:r>
              <a:rPr lang="en-US" sz="2000" b="0" i="0" dirty="0">
                <a:effectLst/>
                <a:latin typeface="urw-din"/>
              </a:rPr>
              <a:t>Switch port modes should be same (access or trunk mode)</a:t>
            </a:r>
          </a:p>
          <a:p>
            <a:pPr algn="l">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A4EC144-203A-4B31-AE6A-8BB954F81E85}"/>
              </a:ext>
            </a:extLst>
          </p:cNvPr>
          <p:cNvPicPr>
            <a:picLocks noChangeAspect="1"/>
          </p:cNvPicPr>
          <p:nvPr/>
        </p:nvPicPr>
        <p:blipFill>
          <a:blip r:embed="rId2"/>
          <a:stretch>
            <a:fillRect/>
          </a:stretch>
        </p:blipFill>
        <p:spPr>
          <a:xfrm>
            <a:off x="571677" y="2443414"/>
            <a:ext cx="4438650" cy="1287739"/>
          </a:xfrm>
          <a:prstGeom prst="rect">
            <a:avLst/>
          </a:prstGeom>
        </p:spPr>
      </p:pic>
    </p:spTree>
    <p:extLst>
      <p:ext uri="{BB962C8B-B14F-4D97-AF65-F5344CB8AC3E}">
        <p14:creationId xmlns:p14="http://schemas.microsoft.com/office/powerpoint/2010/main" val="393771843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1" y="609600"/>
            <a:ext cx="9978886" cy="1320800"/>
          </a:xfrm>
        </p:spPr>
        <p:txBody>
          <a:bodyPr>
            <a:normAutofit fontScale="90000"/>
          </a:bodyPr>
          <a:lstStyle/>
          <a:p>
            <a:pPr algn="ctr"/>
            <a:br>
              <a:rPr lang="en-US" sz="3600" b="0" i="0" u="none" strike="noStrike" baseline="0" dirty="0">
                <a:latin typeface="CIDFont+F2"/>
              </a:rPr>
            </a:br>
            <a:br>
              <a:rPr lang="en-US" sz="3600" dirty="0">
                <a:solidFill>
                  <a:schemeClr val="accent1">
                    <a:lumMod val="75000"/>
                  </a:schemeClr>
                </a:solidFill>
              </a:rPr>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251791" y="1"/>
            <a:ext cx="11940208" cy="6858000"/>
          </a:xfrm>
        </p:spPr>
        <p:txBody>
          <a:bodyPr>
            <a:normAutofit/>
          </a:bodyPr>
          <a:lstStyle/>
          <a:p>
            <a:pPr>
              <a:buFont typeface="Wingdings" panose="05000000000000000000" pitchFamily="2" charset="2"/>
              <a:buChar char="q"/>
            </a:pPr>
            <a:r>
              <a:rPr lang="en-US" sz="2000" b="1" dirty="0">
                <a:effectLst/>
                <a:latin typeface="+mj-lt"/>
                <a:ea typeface="Times New Roman" panose="02020603050405020304" pitchFamily="18" charset="0"/>
                <a:cs typeface="Times New Roman" panose="02020603050405020304" pitchFamily="18" charset="0"/>
              </a:rPr>
              <a:t>EtherChannel Protocols</a:t>
            </a:r>
          </a:p>
          <a:p>
            <a:pPr>
              <a:buFont typeface="Wingdings" panose="05000000000000000000" pitchFamily="2" charset="2"/>
              <a:buChar char="q"/>
            </a:pPr>
            <a:r>
              <a:rPr lang="en-US" sz="2000" b="1" dirty="0" err="1">
                <a:latin typeface="+mj-lt"/>
                <a:ea typeface="Times New Roman" panose="02020603050405020304" pitchFamily="18" charset="0"/>
                <a:cs typeface="Times New Roman" panose="02020603050405020304" pitchFamily="18" charset="0"/>
              </a:rPr>
              <a:t>PAgP</a:t>
            </a:r>
            <a:r>
              <a:rPr lang="en-US" sz="2000" b="1" dirty="0">
                <a:latin typeface="+mj-lt"/>
                <a:ea typeface="Times New Roman" panose="02020603050405020304" pitchFamily="18" charset="0"/>
                <a:cs typeface="Times New Roman" panose="02020603050405020304" pitchFamily="18" charset="0"/>
              </a:rPr>
              <a:t> and LACP</a:t>
            </a:r>
            <a:endParaRPr lang="en-US" sz="2000" b="1" dirty="0">
              <a:effectLst/>
              <a:latin typeface="+mj-lt"/>
              <a:ea typeface="Times New Roman" panose="02020603050405020304" pitchFamily="18" charset="0"/>
              <a:cs typeface="Times New Roman" panose="02020603050405020304" pitchFamily="18" charset="0"/>
            </a:endParaRPr>
          </a:p>
          <a:p>
            <a:pPr algn="l" fontAlgn="base"/>
            <a:r>
              <a:rPr lang="en-US" sz="1600" b="1" i="0" dirty="0">
                <a:effectLst/>
                <a:latin typeface="Times New Roman" panose="02020603050405020304" pitchFamily="18" charset="0"/>
                <a:cs typeface="Times New Roman" panose="02020603050405020304" pitchFamily="18" charset="0"/>
              </a:rPr>
              <a:t>1. Port Aggregation Protocol (</a:t>
            </a:r>
            <a:r>
              <a:rPr lang="en-US" sz="1600" b="1" i="0" dirty="0" err="1">
                <a:effectLst/>
                <a:latin typeface="Times New Roman" panose="02020603050405020304" pitchFamily="18" charset="0"/>
                <a:cs typeface="Times New Roman" panose="02020603050405020304" pitchFamily="18" charset="0"/>
              </a:rPr>
              <a:t>PAgP</a:t>
            </a:r>
            <a:r>
              <a:rPr lang="en-US" sz="1600" b="1" i="0" dirty="0">
                <a:effectLst/>
                <a:latin typeface="Times New Roman" panose="02020603050405020304" pitchFamily="18" charset="0"/>
                <a:cs typeface="Times New Roman" panose="02020603050405020304" pitchFamily="18" charset="0"/>
              </a:rPr>
              <a:t>) </a:t>
            </a:r>
            <a:br>
              <a:rPr lang="en-US" sz="1400" b="0" i="0" dirty="0">
                <a:effectLst/>
                <a:latin typeface="Times New Roman" panose="02020603050405020304" pitchFamily="18" charset="0"/>
                <a:cs typeface="Times New Roman" panose="02020603050405020304" pitchFamily="18" charset="0"/>
              </a:rPr>
            </a:br>
            <a:r>
              <a:rPr lang="en-US" sz="1400" b="0" i="0" dirty="0">
                <a:effectLst/>
                <a:latin typeface="Times New Roman" panose="02020603050405020304" pitchFamily="18" charset="0"/>
                <a:cs typeface="Times New Roman" panose="02020603050405020304" pitchFamily="18" charset="0"/>
              </a:rPr>
              <a:t>Port Aggregation Protocol is a Cisco proprietary protocol used to form an EtherChannel. There are different modes in which you can configure your interface. These are namely:</a:t>
            </a:r>
          </a:p>
          <a:p>
            <a:pPr lvl="1" fontAlgn="base">
              <a:buFont typeface="+mj-lt"/>
              <a:buAutoNum type="alphaLcParenR"/>
            </a:pPr>
            <a:r>
              <a:rPr lang="en-US" sz="1400" b="1" i="0" dirty="0">
                <a:effectLst/>
                <a:latin typeface="Times New Roman" panose="02020603050405020304" pitchFamily="18" charset="0"/>
                <a:cs typeface="Times New Roman" panose="02020603050405020304" pitchFamily="18" charset="0"/>
              </a:rPr>
              <a:t>ON:</a:t>
            </a:r>
            <a:r>
              <a:rPr lang="en-US" sz="1400" b="0" i="0" dirty="0">
                <a:effectLst/>
                <a:latin typeface="Times New Roman" panose="02020603050405020304" pitchFamily="18" charset="0"/>
                <a:cs typeface="Times New Roman" panose="02020603050405020304" pitchFamily="18" charset="0"/>
              </a:rPr>
              <a:t> In this mode, the interface will be a part of EtherChannel but no negotiation takes place.</a:t>
            </a:r>
          </a:p>
          <a:p>
            <a:pPr lvl="1" fontAlgn="base">
              <a:buFont typeface="+mj-lt"/>
              <a:buAutoNum type="alphaLcParenR"/>
            </a:pPr>
            <a:r>
              <a:rPr lang="en-US" sz="1400" b="1" i="0" dirty="0">
                <a:effectLst/>
                <a:latin typeface="Times New Roman" panose="02020603050405020304" pitchFamily="18" charset="0"/>
                <a:cs typeface="Times New Roman" panose="02020603050405020304" pitchFamily="18" charset="0"/>
              </a:rPr>
              <a:t>Desirable:</a:t>
            </a:r>
            <a:r>
              <a:rPr lang="en-US" sz="1400" b="0" i="0" dirty="0">
                <a:effectLst/>
                <a:latin typeface="Times New Roman" panose="02020603050405020304" pitchFamily="18" charset="0"/>
                <a:cs typeface="Times New Roman" panose="02020603050405020304" pitchFamily="18" charset="0"/>
              </a:rPr>
              <a:t> In this mode, the interface will continuously attempt to convert other side interface into an EtherChannel.</a:t>
            </a:r>
          </a:p>
          <a:p>
            <a:pPr lvl="1" fontAlgn="base">
              <a:buFont typeface="+mj-lt"/>
              <a:buAutoNum type="alphaLcParenR"/>
            </a:pPr>
            <a:r>
              <a:rPr lang="en-US" sz="1400" b="1" i="0" dirty="0">
                <a:effectLst/>
                <a:latin typeface="Times New Roman" panose="02020603050405020304" pitchFamily="18" charset="0"/>
                <a:cs typeface="Times New Roman" panose="02020603050405020304" pitchFamily="18" charset="0"/>
              </a:rPr>
              <a:t>Auto:</a:t>
            </a:r>
            <a:r>
              <a:rPr lang="en-US" sz="1400" b="0" i="0" dirty="0">
                <a:effectLst/>
                <a:latin typeface="Times New Roman" panose="02020603050405020304" pitchFamily="18" charset="0"/>
                <a:cs typeface="Times New Roman" panose="02020603050405020304" pitchFamily="18" charset="0"/>
              </a:rPr>
              <a:t> In this mode, the interface will become a part of EtherChannel if and only of it is requested by the opposite interface.</a:t>
            </a:r>
          </a:p>
          <a:p>
            <a:pPr lvl="1" fontAlgn="base">
              <a:buFont typeface="+mj-lt"/>
              <a:buAutoNum type="alphaLcParenR"/>
            </a:pPr>
            <a:r>
              <a:rPr lang="en-US" sz="1400" b="1" i="0" dirty="0">
                <a:effectLst/>
                <a:latin typeface="Times New Roman" panose="02020603050405020304" pitchFamily="18" charset="0"/>
                <a:cs typeface="Times New Roman" panose="02020603050405020304" pitchFamily="18" charset="0"/>
              </a:rPr>
              <a:t>Off:</a:t>
            </a:r>
            <a:r>
              <a:rPr lang="en-US" sz="1400" b="0" i="0" dirty="0">
                <a:effectLst/>
                <a:latin typeface="Times New Roman" panose="02020603050405020304" pitchFamily="18" charset="0"/>
                <a:cs typeface="Times New Roman" panose="02020603050405020304" pitchFamily="18" charset="0"/>
              </a:rPr>
              <a:t> No EtherChannel configured on the interface.</a:t>
            </a:r>
          </a:p>
          <a:p>
            <a:pPr marL="457200" lvl="1" indent="0" fontAlgn="base">
              <a:buNone/>
            </a:pPr>
            <a:endParaRPr lang="en-US" sz="1400" dirty="0">
              <a:latin typeface="Times New Roman" panose="02020603050405020304" pitchFamily="18" charset="0"/>
              <a:cs typeface="Times New Roman" panose="02020603050405020304" pitchFamily="18" charset="0"/>
            </a:endParaRPr>
          </a:p>
          <a:p>
            <a:pPr marL="457200" lvl="1" indent="0" fontAlgn="base">
              <a:buNone/>
            </a:pPr>
            <a:endParaRPr lang="en-US" sz="1400" dirty="0">
              <a:latin typeface="Times New Roman" panose="02020603050405020304" pitchFamily="18" charset="0"/>
              <a:cs typeface="Times New Roman" panose="02020603050405020304" pitchFamily="18" charset="0"/>
            </a:endParaRPr>
          </a:p>
          <a:p>
            <a:pPr marL="457200" lvl="1" indent="0" fontAlgn="base">
              <a:buNone/>
            </a:pPr>
            <a:endParaRPr lang="en-US" sz="1400" dirty="0">
              <a:latin typeface="Times New Roman" panose="02020603050405020304" pitchFamily="18" charset="0"/>
              <a:cs typeface="Times New Roman" panose="02020603050405020304" pitchFamily="18" charset="0"/>
            </a:endParaRPr>
          </a:p>
          <a:p>
            <a:pPr marL="457200" lvl="1" indent="0" fontAlgn="base">
              <a:buNone/>
            </a:pPr>
            <a:r>
              <a:rPr lang="en-US" sz="2400" dirty="0">
                <a:latin typeface="Times New Roman" panose="02020603050405020304" pitchFamily="18" charset="0"/>
                <a:cs typeface="Times New Roman" panose="02020603050405020304" pitchFamily="18" charset="0"/>
              </a:rPr>
              <a:t>How to Configure </a:t>
            </a:r>
            <a:r>
              <a:rPr lang="en-US" sz="2400" dirty="0" err="1">
                <a:latin typeface="Times New Roman" panose="02020603050405020304" pitchFamily="18" charset="0"/>
                <a:cs typeface="Times New Roman" panose="02020603050405020304" pitchFamily="18" charset="0"/>
              </a:rPr>
              <a:t>PAgP</a:t>
            </a:r>
            <a:endParaRPr lang="en-US" sz="2400" dirty="0">
              <a:latin typeface="Times New Roman" panose="02020603050405020304" pitchFamily="18" charset="0"/>
              <a:cs typeface="Times New Roman" panose="02020603050405020304" pitchFamily="18" charset="0"/>
            </a:endParaRPr>
          </a:p>
          <a:p>
            <a:pPr marL="457200" lvl="1" indent="0" fontAlgn="base">
              <a:buNone/>
            </a:pPr>
            <a:endParaRPr lang="en-US" sz="1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0F702C7-7B8F-49AA-8E69-6A25E1DDCEB6}"/>
              </a:ext>
            </a:extLst>
          </p:cNvPr>
          <p:cNvPicPr>
            <a:picLocks noChangeAspect="1"/>
          </p:cNvPicPr>
          <p:nvPr/>
        </p:nvPicPr>
        <p:blipFill>
          <a:blip r:embed="rId2"/>
          <a:stretch>
            <a:fillRect/>
          </a:stretch>
        </p:blipFill>
        <p:spPr>
          <a:xfrm>
            <a:off x="780358" y="3789419"/>
            <a:ext cx="3242048" cy="957412"/>
          </a:xfrm>
          <a:prstGeom prst="rect">
            <a:avLst/>
          </a:prstGeom>
        </p:spPr>
      </p:pic>
      <p:pic>
        <p:nvPicPr>
          <p:cNvPr id="9" name="Picture 8">
            <a:extLst>
              <a:ext uri="{FF2B5EF4-FFF2-40B4-BE49-F238E27FC236}">
                <a16:creationId xmlns:a16="http://schemas.microsoft.com/office/drawing/2014/main" id="{8B71F564-8F04-4013-B6AE-960FA50BA596}"/>
              </a:ext>
            </a:extLst>
          </p:cNvPr>
          <p:cNvPicPr>
            <a:picLocks noChangeAspect="1"/>
          </p:cNvPicPr>
          <p:nvPr/>
        </p:nvPicPr>
        <p:blipFill>
          <a:blip r:embed="rId3"/>
          <a:stretch>
            <a:fillRect/>
          </a:stretch>
        </p:blipFill>
        <p:spPr>
          <a:xfrm>
            <a:off x="657466" y="4746831"/>
            <a:ext cx="3519212" cy="1781175"/>
          </a:xfrm>
          <a:prstGeom prst="rect">
            <a:avLst/>
          </a:prstGeom>
        </p:spPr>
      </p:pic>
      <p:pic>
        <p:nvPicPr>
          <p:cNvPr id="11" name="Picture 10">
            <a:extLst>
              <a:ext uri="{FF2B5EF4-FFF2-40B4-BE49-F238E27FC236}">
                <a16:creationId xmlns:a16="http://schemas.microsoft.com/office/drawing/2014/main" id="{5A712ADB-DB6A-4FA1-AEC5-30EEC940B238}"/>
              </a:ext>
            </a:extLst>
          </p:cNvPr>
          <p:cNvPicPr>
            <a:picLocks noChangeAspect="1"/>
          </p:cNvPicPr>
          <p:nvPr/>
        </p:nvPicPr>
        <p:blipFill>
          <a:blip r:embed="rId4"/>
          <a:stretch>
            <a:fillRect/>
          </a:stretch>
        </p:blipFill>
        <p:spPr>
          <a:xfrm>
            <a:off x="5769325" y="4215688"/>
            <a:ext cx="3918960" cy="2231745"/>
          </a:xfrm>
          <a:prstGeom prst="rect">
            <a:avLst/>
          </a:prstGeom>
        </p:spPr>
      </p:pic>
      <p:pic>
        <p:nvPicPr>
          <p:cNvPr id="13" name="Picture 12">
            <a:extLst>
              <a:ext uri="{FF2B5EF4-FFF2-40B4-BE49-F238E27FC236}">
                <a16:creationId xmlns:a16="http://schemas.microsoft.com/office/drawing/2014/main" id="{B8D97607-DB14-4A67-A322-10EFD1E3AB2D}"/>
              </a:ext>
            </a:extLst>
          </p:cNvPr>
          <p:cNvPicPr>
            <a:picLocks noChangeAspect="1"/>
          </p:cNvPicPr>
          <p:nvPr/>
        </p:nvPicPr>
        <p:blipFill>
          <a:blip r:embed="rId5"/>
          <a:stretch>
            <a:fillRect/>
          </a:stretch>
        </p:blipFill>
        <p:spPr>
          <a:xfrm>
            <a:off x="1005969" y="2541599"/>
            <a:ext cx="2790825" cy="692426"/>
          </a:xfrm>
          <a:prstGeom prst="rect">
            <a:avLst/>
          </a:prstGeom>
        </p:spPr>
      </p:pic>
    </p:spTree>
    <p:extLst>
      <p:ext uri="{BB962C8B-B14F-4D97-AF65-F5344CB8AC3E}">
        <p14:creationId xmlns:p14="http://schemas.microsoft.com/office/powerpoint/2010/main" val="20826572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1" y="609600"/>
            <a:ext cx="9978886" cy="1320800"/>
          </a:xfrm>
        </p:spPr>
        <p:txBody>
          <a:bodyPr>
            <a:normAutofit fontScale="90000"/>
          </a:bodyPr>
          <a:lstStyle/>
          <a:p>
            <a:pPr algn="ctr"/>
            <a:br>
              <a:rPr lang="en-US" sz="3600" b="0" i="0" u="none" strike="noStrike" baseline="0" dirty="0">
                <a:latin typeface="CIDFont+F2"/>
              </a:rPr>
            </a:br>
            <a:br>
              <a:rPr lang="en-US" sz="3600" dirty="0">
                <a:solidFill>
                  <a:schemeClr val="accent1">
                    <a:lumMod val="75000"/>
                  </a:schemeClr>
                </a:solidFill>
              </a:rPr>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251791" y="655983"/>
            <a:ext cx="9727096" cy="6202017"/>
          </a:xfrm>
        </p:spPr>
        <p:txBody>
          <a:bodyPr>
            <a:normAutofit/>
          </a:bodyPr>
          <a:lstStyle/>
          <a:p>
            <a:pPr algn="l" fontAlgn="base"/>
            <a:r>
              <a:rPr lang="en-US" sz="1600" b="1" i="0" dirty="0">
                <a:effectLst/>
                <a:latin typeface="Times New Roman" panose="02020603050405020304" pitchFamily="18" charset="0"/>
                <a:cs typeface="Times New Roman" panose="02020603050405020304" pitchFamily="18" charset="0"/>
              </a:rPr>
              <a:t>2. </a:t>
            </a:r>
            <a:r>
              <a:rPr lang="en-US" sz="1600" b="1" i="0" dirty="0">
                <a:effectLst/>
                <a:latin typeface="urw-din"/>
              </a:rPr>
              <a:t> </a:t>
            </a:r>
            <a:r>
              <a:rPr lang="en-US" sz="1600" b="1" i="0" dirty="0">
                <a:effectLst/>
                <a:latin typeface="Times New Roman" panose="02020603050405020304" pitchFamily="18" charset="0"/>
                <a:cs typeface="Times New Roman" panose="02020603050405020304" pitchFamily="18" charset="0"/>
              </a:rPr>
              <a:t>Link Aggregation Control Protocol (LACP) </a:t>
            </a:r>
            <a:br>
              <a:rPr lang="en-US" sz="1600" b="0" i="0" dirty="0">
                <a:effectLst/>
                <a:latin typeface="urw-din"/>
              </a:rPr>
            </a:br>
            <a:r>
              <a:rPr lang="en-US" sz="1400" b="0" i="0" dirty="0">
                <a:effectLst/>
                <a:latin typeface="Times New Roman" panose="02020603050405020304" pitchFamily="18" charset="0"/>
                <a:cs typeface="Times New Roman" panose="02020603050405020304" pitchFamily="18" charset="0"/>
              </a:rPr>
              <a:t>Link Aggregation Control Protocol is an IEEE protocol, originally defined in 802.3ad, used to form an EtherChannel. This protocol is almost similar to Cisco </a:t>
            </a:r>
            <a:r>
              <a:rPr lang="en-US" sz="1400" b="0" i="0" dirty="0" err="1">
                <a:effectLst/>
                <a:latin typeface="Times New Roman" panose="02020603050405020304" pitchFamily="18" charset="0"/>
                <a:cs typeface="Times New Roman" panose="02020603050405020304" pitchFamily="18" charset="0"/>
              </a:rPr>
              <a:t>PAgP</a:t>
            </a:r>
            <a:r>
              <a:rPr lang="en-US" sz="1400" b="0" i="0" dirty="0">
                <a:effectLst/>
                <a:latin typeface="Times New Roman" panose="02020603050405020304" pitchFamily="18" charset="0"/>
                <a:cs typeface="Times New Roman" panose="02020603050405020304" pitchFamily="18" charset="0"/>
              </a:rPr>
              <a:t>. There are different modes in which you can configure your interface. These are namely:</a:t>
            </a:r>
          </a:p>
          <a:p>
            <a:pPr lvl="1" fontAlgn="base">
              <a:buFont typeface="+mj-lt"/>
              <a:buAutoNum type="arabicPeriod"/>
            </a:pPr>
            <a:r>
              <a:rPr lang="en-US" sz="1400" b="1" i="0" dirty="0">
                <a:effectLst/>
                <a:latin typeface="Times New Roman" panose="02020603050405020304" pitchFamily="18" charset="0"/>
                <a:cs typeface="Times New Roman" panose="02020603050405020304" pitchFamily="18" charset="0"/>
              </a:rPr>
              <a:t>ON:</a:t>
            </a:r>
            <a:r>
              <a:rPr lang="en-US" sz="1400" b="0" i="0" dirty="0">
                <a:effectLst/>
                <a:latin typeface="Times New Roman" panose="02020603050405020304" pitchFamily="18" charset="0"/>
                <a:cs typeface="Times New Roman" panose="02020603050405020304" pitchFamily="18" charset="0"/>
              </a:rPr>
              <a:t> In this mode, the interface will be a part of EtherChannel but no negotiation takes place</a:t>
            </a:r>
          </a:p>
          <a:p>
            <a:pPr lvl="1" fontAlgn="base">
              <a:buFont typeface="+mj-lt"/>
              <a:buAutoNum type="arabicPeriod"/>
            </a:pPr>
            <a:r>
              <a:rPr lang="en-US" sz="1400" b="1" i="0" dirty="0">
                <a:effectLst/>
                <a:latin typeface="Times New Roman" panose="02020603050405020304" pitchFamily="18" charset="0"/>
                <a:cs typeface="Times New Roman" panose="02020603050405020304" pitchFamily="18" charset="0"/>
              </a:rPr>
              <a:t>Active:</a:t>
            </a:r>
            <a:r>
              <a:rPr lang="en-US" sz="1400" b="0" i="0" dirty="0">
                <a:effectLst/>
                <a:latin typeface="Times New Roman" panose="02020603050405020304" pitchFamily="18" charset="0"/>
                <a:cs typeface="Times New Roman" panose="02020603050405020304" pitchFamily="18" charset="0"/>
              </a:rPr>
              <a:t> In this mode, the interface will continuously attempt to convert other side interface into an EtherChannel.</a:t>
            </a:r>
          </a:p>
          <a:p>
            <a:pPr lvl="1" fontAlgn="base">
              <a:buFont typeface="+mj-lt"/>
              <a:buAutoNum type="arabicPeriod"/>
            </a:pPr>
            <a:r>
              <a:rPr lang="en-US" sz="1400" b="1" i="0" dirty="0">
                <a:effectLst/>
                <a:latin typeface="Times New Roman" panose="02020603050405020304" pitchFamily="18" charset="0"/>
                <a:cs typeface="Times New Roman" panose="02020603050405020304" pitchFamily="18" charset="0"/>
              </a:rPr>
              <a:t>Passive:</a:t>
            </a:r>
            <a:r>
              <a:rPr lang="en-US" sz="1400" b="0" i="0" dirty="0">
                <a:effectLst/>
                <a:latin typeface="Times New Roman" panose="02020603050405020304" pitchFamily="18" charset="0"/>
                <a:cs typeface="Times New Roman" panose="02020603050405020304" pitchFamily="18" charset="0"/>
              </a:rPr>
              <a:t> In this mode, the interface will become a part of EtherChannel if and only of it is requested by the opposite interface.</a:t>
            </a:r>
          </a:p>
          <a:p>
            <a:pPr lvl="1" fontAlgn="base">
              <a:buFont typeface="+mj-lt"/>
              <a:buAutoNum type="arabicPeriod"/>
            </a:pPr>
            <a:r>
              <a:rPr lang="en-US" sz="1400" b="1" i="0" dirty="0">
                <a:effectLst/>
                <a:latin typeface="Times New Roman" panose="02020603050405020304" pitchFamily="18" charset="0"/>
                <a:cs typeface="Times New Roman" panose="02020603050405020304" pitchFamily="18" charset="0"/>
              </a:rPr>
              <a:t>Off:</a:t>
            </a:r>
            <a:r>
              <a:rPr lang="en-US" sz="1400" b="0" i="0" dirty="0">
                <a:effectLst/>
                <a:latin typeface="Times New Roman" panose="02020603050405020304" pitchFamily="18" charset="0"/>
                <a:cs typeface="Times New Roman" panose="02020603050405020304" pitchFamily="18" charset="0"/>
              </a:rPr>
              <a:t> No EtherChannel configured on the interface.</a:t>
            </a:r>
          </a:p>
          <a:p>
            <a:pPr marL="457200" lvl="1" indent="0" fontAlgn="base">
              <a:buNone/>
            </a:pPr>
            <a:endParaRPr lang="en-US" sz="1400" dirty="0">
              <a:latin typeface="Times New Roman" panose="02020603050405020304" pitchFamily="18" charset="0"/>
              <a:cs typeface="Times New Roman" panose="02020603050405020304" pitchFamily="18" charset="0"/>
            </a:endParaRPr>
          </a:p>
          <a:p>
            <a:pPr marL="457200" lvl="1" indent="0" fontAlgn="base">
              <a:buNone/>
            </a:pPr>
            <a:endParaRPr lang="en-US" sz="1400" dirty="0">
              <a:latin typeface="Times New Roman" panose="02020603050405020304" pitchFamily="18" charset="0"/>
              <a:cs typeface="Times New Roman" panose="02020603050405020304" pitchFamily="18" charset="0"/>
            </a:endParaRPr>
          </a:p>
          <a:p>
            <a:pPr marL="457200" lvl="1" indent="0" fontAlgn="base">
              <a:buNone/>
            </a:pPr>
            <a:endParaRPr lang="en-US" sz="1400" dirty="0">
              <a:latin typeface="Times New Roman" panose="02020603050405020304" pitchFamily="18" charset="0"/>
              <a:cs typeface="Times New Roman" panose="02020603050405020304" pitchFamily="18" charset="0"/>
            </a:endParaRPr>
          </a:p>
          <a:p>
            <a:pPr marL="457200" lvl="1" indent="0" fontAlgn="base">
              <a:buNone/>
            </a:pPr>
            <a:endParaRPr lang="en-US" sz="1400" dirty="0">
              <a:latin typeface="Times New Roman" panose="02020603050405020304" pitchFamily="18" charset="0"/>
              <a:cs typeface="Times New Roman" panose="02020603050405020304" pitchFamily="18" charset="0"/>
            </a:endParaRPr>
          </a:p>
          <a:p>
            <a:pPr marL="457200" lvl="1" indent="0" fontAlgn="base">
              <a:buNone/>
            </a:pPr>
            <a:r>
              <a:rPr lang="en-US" dirty="0">
                <a:latin typeface="Times New Roman" panose="02020603050405020304" pitchFamily="18" charset="0"/>
                <a:cs typeface="Times New Roman" panose="02020603050405020304" pitchFamily="18" charset="0"/>
              </a:rPr>
              <a:t>How to Configure LACP</a:t>
            </a:r>
          </a:p>
          <a:p>
            <a:pPr marL="457200" lvl="1" indent="0" fontAlgn="base">
              <a:buNone/>
            </a:pPr>
            <a:endParaRPr lang="en-US" sz="1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0F702C7-7B8F-49AA-8E69-6A25E1DDCEB6}"/>
              </a:ext>
            </a:extLst>
          </p:cNvPr>
          <p:cNvPicPr>
            <a:picLocks noChangeAspect="1"/>
          </p:cNvPicPr>
          <p:nvPr/>
        </p:nvPicPr>
        <p:blipFill>
          <a:blip r:embed="rId2"/>
          <a:stretch>
            <a:fillRect/>
          </a:stretch>
        </p:blipFill>
        <p:spPr>
          <a:xfrm>
            <a:off x="3853073" y="2789041"/>
            <a:ext cx="3482630" cy="1209675"/>
          </a:xfrm>
          <a:prstGeom prst="rect">
            <a:avLst/>
          </a:prstGeom>
        </p:spPr>
      </p:pic>
      <p:pic>
        <p:nvPicPr>
          <p:cNvPr id="7" name="Picture 6">
            <a:extLst>
              <a:ext uri="{FF2B5EF4-FFF2-40B4-BE49-F238E27FC236}">
                <a16:creationId xmlns:a16="http://schemas.microsoft.com/office/drawing/2014/main" id="{F214E224-1E5A-4A1E-A9E6-C465A2A8640D}"/>
              </a:ext>
            </a:extLst>
          </p:cNvPr>
          <p:cNvPicPr>
            <a:picLocks noChangeAspect="1"/>
          </p:cNvPicPr>
          <p:nvPr/>
        </p:nvPicPr>
        <p:blipFill>
          <a:blip r:embed="rId3"/>
          <a:stretch>
            <a:fillRect/>
          </a:stretch>
        </p:blipFill>
        <p:spPr>
          <a:xfrm>
            <a:off x="852282" y="2855189"/>
            <a:ext cx="2400300" cy="1209675"/>
          </a:xfrm>
          <a:prstGeom prst="rect">
            <a:avLst/>
          </a:prstGeom>
        </p:spPr>
      </p:pic>
      <p:pic>
        <p:nvPicPr>
          <p:cNvPr id="10" name="Picture 9">
            <a:extLst>
              <a:ext uri="{FF2B5EF4-FFF2-40B4-BE49-F238E27FC236}">
                <a16:creationId xmlns:a16="http://schemas.microsoft.com/office/drawing/2014/main" id="{E5719CDE-1CA0-4E9A-9788-D3B71E55DD93}"/>
              </a:ext>
            </a:extLst>
          </p:cNvPr>
          <p:cNvPicPr>
            <a:picLocks noChangeAspect="1"/>
          </p:cNvPicPr>
          <p:nvPr/>
        </p:nvPicPr>
        <p:blipFill>
          <a:blip r:embed="rId4"/>
          <a:stretch>
            <a:fillRect/>
          </a:stretch>
        </p:blipFill>
        <p:spPr>
          <a:xfrm>
            <a:off x="689422" y="4660818"/>
            <a:ext cx="3445255" cy="1601227"/>
          </a:xfrm>
          <a:prstGeom prst="rect">
            <a:avLst/>
          </a:prstGeom>
        </p:spPr>
      </p:pic>
      <p:pic>
        <p:nvPicPr>
          <p:cNvPr id="14" name="Picture 13">
            <a:extLst>
              <a:ext uri="{FF2B5EF4-FFF2-40B4-BE49-F238E27FC236}">
                <a16:creationId xmlns:a16="http://schemas.microsoft.com/office/drawing/2014/main" id="{0357EE75-D824-46AF-83C1-F62914316713}"/>
              </a:ext>
            </a:extLst>
          </p:cNvPr>
          <p:cNvPicPr>
            <a:picLocks noChangeAspect="1"/>
          </p:cNvPicPr>
          <p:nvPr/>
        </p:nvPicPr>
        <p:blipFill>
          <a:blip r:embed="rId5"/>
          <a:stretch>
            <a:fillRect/>
          </a:stretch>
        </p:blipFill>
        <p:spPr>
          <a:xfrm>
            <a:off x="4572308" y="4545953"/>
            <a:ext cx="3909083" cy="1764809"/>
          </a:xfrm>
          <a:prstGeom prst="rect">
            <a:avLst/>
          </a:prstGeom>
        </p:spPr>
      </p:pic>
    </p:spTree>
    <p:extLst>
      <p:ext uri="{BB962C8B-B14F-4D97-AF65-F5344CB8AC3E}">
        <p14:creationId xmlns:p14="http://schemas.microsoft.com/office/powerpoint/2010/main" val="28187079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1" y="609600"/>
            <a:ext cx="9978886" cy="1320800"/>
          </a:xfrm>
        </p:spPr>
        <p:txBody>
          <a:bodyPr>
            <a:normAutofit fontScale="90000"/>
          </a:bodyPr>
          <a:lstStyle/>
          <a:p>
            <a:pPr algn="ctr"/>
            <a:br>
              <a:rPr lang="en-US" sz="3600" b="0" i="0" u="none" strike="noStrike" baseline="0" dirty="0">
                <a:latin typeface="CIDFont+F2"/>
              </a:rPr>
            </a:br>
            <a:br>
              <a:rPr lang="en-US" sz="3600" dirty="0">
                <a:solidFill>
                  <a:schemeClr val="accent1">
                    <a:lumMod val="75000"/>
                  </a:schemeClr>
                </a:solidFill>
              </a:rPr>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251790" y="198783"/>
            <a:ext cx="11940209" cy="6202017"/>
          </a:xfrm>
        </p:spPr>
        <p:txBody>
          <a:bodyPr>
            <a:normAutofit/>
          </a:bodyPr>
          <a:lstStyle/>
          <a:p>
            <a:pPr marL="0" indent="0" fontAlgn="base">
              <a:lnSpc>
                <a:spcPct val="150000"/>
              </a:lnSpc>
              <a:buNone/>
            </a:pPr>
            <a:r>
              <a:rPr lang="en-US" sz="1600" b="1" dirty="0">
                <a:latin typeface="Times New Roman" panose="02020603050405020304" pitchFamily="18" charset="0"/>
                <a:cs typeface="Times New Roman" panose="02020603050405020304" pitchFamily="18" charset="0"/>
              </a:rPr>
              <a:t>3. Manual EtherChannel Configuration Using ON Mode</a:t>
            </a:r>
            <a:endParaRPr lang="en-US" sz="1600" b="1" i="0" dirty="0">
              <a:effectLst/>
              <a:latin typeface="Times New Roman" panose="02020603050405020304" pitchFamily="18" charset="0"/>
              <a:cs typeface="Times New Roman" panose="02020603050405020304" pitchFamily="18" charset="0"/>
            </a:endParaRPr>
          </a:p>
          <a:p>
            <a:pPr fontAlgn="base">
              <a:lnSpc>
                <a:spcPct val="150000"/>
              </a:lnSpc>
            </a:pPr>
            <a:r>
              <a:rPr lang="en-US" sz="2000" dirty="0">
                <a:latin typeface="Times New Roman" panose="02020603050405020304" pitchFamily="18" charset="0"/>
                <a:cs typeface="Times New Roman" panose="02020603050405020304" pitchFamily="18" charset="0"/>
              </a:rPr>
              <a:t>When using an EtherChannel mode “ON”, EtherChannel will be created only when another interface group is in EtherChannel “on” mode.</a:t>
            </a:r>
          </a:p>
          <a:p>
            <a:pPr fontAlgn="base">
              <a:lnSpc>
                <a:spcPct val="150000"/>
              </a:lnSpc>
            </a:pPr>
            <a:r>
              <a:rPr lang="en-US" sz="2000" dirty="0">
                <a:latin typeface="Times New Roman" panose="02020603050405020304" pitchFamily="18" charset="0"/>
                <a:cs typeface="Times New Roman" panose="02020603050405020304" pitchFamily="18" charset="0"/>
              </a:rPr>
              <a:t>The interface will be part of EtherChannel in this mode, without any negotiation protocol (LACP or PAGP).</a:t>
            </a:r>
          </a:p>
          <a:p>
            <a:pPr fontAlgn="base">
              <a:lnSpc>
                <a:spcPct val="150000"/>
              </a:lnSpc>
            </a:pPr>
            <a:r>
              <a:rPr lang="en-US" sz="2000" dirty="0">
                <a:latin typeface="Times New Roman" panose="02020603050405020304" pitchFamily="18" charset="0"/>
                <a:cs typeface="Times New Roman" panose="02020603050405020304" pitchFamily="18" charset="0"/>
              </a:rPr>
              <a:t>There </a:t>
            </a:r>
            <a:r>
              <a:rPr lang="en-US" sz="2000" b="0" i="0" dirty="0">
                <a:effectLst/>
                <a:latin typeface="Times New Roman" panose="02020603050405020304" pitchFamily="18" charset="0"/>
                <a:cs typeface="Times New Roman" panose="02020603050405020304" pitchFamily="18" charset="0"/>
              </a:rPr>
              <a:t>are different modes in which you can configure your interface. These are namely:</a:t>
            </a:r>
          </a:p>
          <a:p>
            <a:pPr lvl="1" fontAlgn="base">
              <a:lnSpc>
                <a:spcPct val="150000"/>
              </a:lnSpc>
              <a:buFont typeface="+mj-lt"/>
              <a:buAutoNum type="arabicPeriod"/>
            </a:pPr>
            <a:r>
              <a:rPr lang="en-US" sz="2000" b="1" i="0" dirty="0">
                <a:effectLst/>
                <a:latin typeface="Times New Roman" panose="02020603050405020304" pitchFamily="18" charset="0"/>
                <a:cs typeface="Times New Roman" panose="02020603050405020304" pitchFamily="18" charset="0"/>
              </a:rPr>
              <a:t>ON:</a:t>
            </a:r>
            <a:r>
              <a:rPr lang="en-US" sz="2000" b="0" i="0" dirty="0">
                <a:effectLst/>
                <a:latin typeface="Times New Roman" panose="02020603050405020304" pitchFamily="18" charset="0"/>
                <a:cs typeface="Times New Roman" panose="02020603050405020304" pitchFamily="18" charset="0"/>
              </a:rPr>
              <a:t> In this mode, the interface will be a part of EtherChannel but no negotiation takes place</a:t>
            </a:r>
          </a:p>
          <a:p>
            <a:pPr lvl="1" fontAlgn="base">
              <a:lnSpc>
                <a:spcPct val="150000"/>
              </a:lnSpc>
              <a:buFont typeface="+mj-lt"/>
              <a:buAutoNum type="arabicPeriod"/>
            </a:pPr>
            <a:r>
              <a:rPr lang="en-US" sz="2000" b="1" i="0" dirty="0">
                <a:effectLst/>
                <a:latin typeface="Times New Roman" panose="02020603050405020304" pitchFamily="18" charset="0"/>
                <a:cs typeface="Times New Roman" panose="02020603050405020304" pitchFamily="18" charset="0"/>
              </a:rPr>
              <a:t>Off:</a:t>
            </a:r>
            <a:r>
              <a:rPr lang="en-US" sz="2000" b="0" i="0" dirty="0">
                <a:effectLst/>
                <a:latin typeface="Times New Roman" panose="02020603050405020304" pitchFamily="18" charset="0"/>
                <a:cs typeface="Times New Roman" panose="02020603050405020304" pitchFamily="18" charset="0"/>
              </a:rPr>
              <a:t> No EtherChannel configured on the interface.</a:t>
            </a:r>
            <a:endParaRPr lang="en-US" sz="2000" dirty="0">
              <a:latin typeface="Times New Roman" panose="02020603050405020304" pitchFamily="18" charset="0"/>
              <a:cs typeface="Times New Roman" panose="02020603050405020304" pitchFamily="18" charset="0"/>
            </a:endParaRPr>
          </a:p>
          <a:p>
            <a:pPr marL="457200" lvl="1" indent="0" fontAlgn="base">
              <a:lnSpc>
                <a:spcPct val="150000"/>
              </a:lnSpc>
              <a:buNone/>
            </a:pPr>
            <a:r>
              <a:rPr lang="en-US" dirty="0">
                <a:latin typeface="Times New Roman" panose="02020603050405020304" pitchFamily="18" charset="0"/>
                <a:cs typeface="Times New Roman" panose="02020603050405020304" pitchFamily="18" charset="0"/>
              </a:rPr>
              <a:t>How to Configure Manual EtherChannel</a:t>
            </a:r>
          </a:p>
          <a:p>
            <a:pPr marL="457200" lvl="1" indent="0" fontAlgn="base">
              <a:lnSpc>
                <a:spcPct val="150000"/>
              </a:lnSpc>
              <a:buNone/>
            </a:pPr>
            <a:endParaRPr lang="en-US" sz="1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80F702C7-7B8F-49AA-8E69-6A25E1DDCEB6}"/>
              </a:ext>
            </a:extLst>
          </p:cNvPr>
          <p:cNvPicPr>
            <a:picLocks noChangeAspect="1"/>
          </p:cNvPicPr>
          <p:nvPr/>
        </p:nvPicPr>
        <p:blipFill>
          <a:blip r:embed="rId2"/>
          <a:stretch>
            <a:fillRect/>
          </a:stretch>
        </p:blipFill>
        <p:spPr>
          <a:xfrm>
            <a:off x="7288384" y="3560762"/>
            <a:ext cx="3482630" cy="1209675"/>
          </a:xfrm>
          <a:prstGeom prst="rect">
            <a:avLst/>
          </a:prstGeom>
        </p:spPr>
      </p:pic>
      <p:pic>
        <p:nvPicPr>
          <p:cNvPr id="5" name="Picture 4">
            <a:extLst>
              <a:ext uri="{FF2B5EF4-FFF2-40B4-BE49-F238E27FC236}">
                <a16:creationId xmlns:a16="http://schemas.microsoft.com/office/drawing/2014/main" id="{D55E83BE-1501-4663-83F8-1A07373A5216}"/>
              </a:ext>
            </a:extLst>
          </p:cNvPr>
          <p:cNvPicPr>
            <a:picLocks noChangeAspect="1"/>
          </p:cNvPicPr>
          <p:nvPr/>
        </p:nvPicPr>
        <p:blipFill>
          <a:blip r:embed="rId3"/>
          <a:stretch>
            <a:fillRect/>
          </a:stretch>
        </p:blipFill>
        <p:spPr>
          <a:xfrm>
            <a:off x="808140" y="4012490"/>
            <a:ext cx="5729533" cy="2285253"/>
          </a:xfrm>
          <a:prstGeom prst="rect">
            <a:avLst/>
          </a:prstGeom>
        </p:spPr>
      </p:pic>
    </p:spTree>
    <p:extLst>
      <p:ext uri="{BB962C8B-B14F-4D97-AF65-F5344CB8AC3E}">
        <p14:creationId xmlns:p14="http://schemas.microsoft.com/office/powerpoint/2010/main" val="973347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3175E-14CB-48CC-9542-677824EB696A}"/>
              </a:ext>
            </a:extLst>
          </p:cNvPr>
          <p:cNvSpPr>
            <a:spLocks noGrp="1"/>
          </p:cNvSpPr>
          <p:nvPr>
            <p:ph type="title"/>
          </p:nvPr>
        </p:nvSpPr>
        <p:spPr>
          <a:xfrm>
            <a:off x="1400175" y="125896"/>
            <a:ext cx="8507395" cy="1523795"/>
          </a:xfrm>
        </p:spPr>
        <p:txBody>
          <a:bodyPr>
            <a:normAutofit fontScale="90000"/>
          </a:bodyPr>
          <a:lstStyle/>
          <a:p>
            <a:pPr algn="ctr"/>
            <a:r>
              <a:rPr lang="en-US" dirty="0"/>
              <a:t>Class 10: DHCP Snooping Configuration</a:t>
            </a:r>
            <a:br>
              <a:rPr lang="en-US" dirty="0"/>
            </a:br>
            <a:endParaRPr lang="en-US" dirty="0"/>
          </a:p>
        </p:txBody>
      </p:sp>
      <p:sp>
        <p:nvSpPr>
          <p:cNvPr id="3" name="Content Placeholder 2">
            <a:extLst>
              <a:ext uri="{FF2B5EF4-FFF2-40B4-BE49-F238E27FC236}">
                <a16:creationId xmlns:a16="http://schemas.microsoft.com/office/drawing/2014/main" id="{E8FDF2E5-8B87-45F3-813A-C9011CA633A7}"/>
              </a:ext>
            </a:extLst>
          </p:cNvPr>
          <p:cNvSpPr>
            <a:spLocks noGrp="1"/>
          </p:cNvSpPr>
          <p:nvPr>
            <p:ph idx="1"/>
          </p:nvPr>
        </p:nvSpPr>
        <p:spPr>
          <a:xfrm>
            <a:off x="331303" y="914400"/>
            <a:ext cx="10064553" cy="5817705"/>
          </a:xfrm>
        </p:spPr>
        <p:txBody>
          <a:bodyPr>
            <a:normAutofit/>
          </a:bodyPr>
          <a:lstStyle/>
          <a:p>
            <a:pPr>
              <a:buFont typeface="Wingdings" panose="05000000000000000000" pitchFamily="2" charset="2"/>
              <a:buChar char="q"/>
            </a:pPr>
            <a:r>
              <a:rPr lang="en-US" sz="2000" b="1" dirty="0">
                <a:effectLst/>
                <a:latin typeface="+mj-lt"/>
                <a:ea typeface="Times New Roman" panose="02020603050405020304" pitchFamily="18" charset="0"/>
                <a:cs typeface="Times New Roman" panose="02020603050405020304" pitchFamily="18" charset="0"/>
              </a:rPr>
              <a:t>What to Cover.</a:t>
            </a:r>
          </a:p>
          <a:p>
            <a:r>
              <a:rPr lang="en-US" sz="1400" dirty="0">
                <a:latin typeface="Times New Roman" panose="02020603050405020304" pitchFamily="18" charset="0"/>
                <a:cs typeface="Times New Roman" panose="02020603050405020304" pitchFamily="18" charset="0"/>
              </a:rPr>
              <a:t>DHCP Snooping is a security technology on a Layer 2 network switch that can prevent unauthorized DHCP servers from accessing your network. </a:t>
            </a:r>
          </a:p>
          <a:p>
            <a:r>
              <a:rPr lang="en-US" sz="1400" dirty="0">
                <a:latin typeface="Times New Roman" panose="02020603050405020304" pitchFamily="18" charset="0"/>
                <a:cs typeface="Times New Roman" panose="02020603050405020304" pitchFamily="18" charset="0"/>
              </a:rPr>
              <a:t>It is a protection from untrusted hosts that want to become DHCP servers. DHCP Snooping works as a protection from man-in-the-middle attacks. </a:t>
            </a:r>
          </a:p>
          <a:p>
            <a:r>
              <a:rPr lang="en-US" sz="1400" dirty="0">
                <a:latin typeface="Times New Roman" panose="02020603050405020304" pitchFamily="18" charset="0"/>
                <a:cs typeface="Times New Roman" panose="02020603050405020304" pitchFamily="18" charset="0"/>
              </a:rPr>
              <a:t>DHCP itself operates on Layer 3 of the OSI layer while DHCP snooping operates on Layer 2 devices to filter the traffic that is coming from DHCP clients.</a:t>
            </a:r>
          </a:p>
          <a:p>
            <a:r>
              <a:rPr lang="en-US" sz="1400" dirty="0">
                <a:latin typeface="Times New Roman" panose="02020603050405020304" pitchFamily="18" charset="0"/>
                <a:cs typeface="Times New Roman" panose="02020603050405020304" pitchFamily="18" charset="0"/>
              </a:rPr>
              <a:t>To protect the host within the organization’s network to establish a connection from unauthorized rogue DHCP servers, we need to configure DHCP snooping on the Layer 2 switch where the unauthorized hosts are connected.</a:t>
            </a:r>
          </a:p>
          <a:p>
            <a:pPr marL="0" indent="0">
              <a:buNone/>
            </a:pPr>
            <a:r>
              <a:rPr lang="en-US" sz="1400" b="1" dirty="0">
                <a:latin typeface="Times New Roman" panose="02020603050405020304" pitchFamily="18" charset="0"/>
                <a:cs typeface="Times New Roman" panose="02020603050405020304" pitchFamily="18" charset="0"/>
              </a:rPr>
              <a:t> DCHP Snooping Trusted and Untrusted Ports</a:t>
            </a:r>
          </a:p>
          <a:p>
            <a:r>
              <a:rPr lang="en-US" sz="1400" dirty="0">
                <a:latin typeface="Times New Roman" panose="02020603050405020304" pitchFamily="18" charset="0"/>
                <a:cs typeface="Times New Roman" panose="02020603050405020304" pitchFamily="18" charset="0"/>
              </a:rPr>
              <a:t> In Cisco switches, DHCP snooping is enabled manually. Trusted ports should be manually configured and the rest unconfigured ports are considered untrusted ports. Most devices connected to trusted ports are routers, switches, and servers. DHCP clients like PC and laptops are commonly connected to an untrusted port.</a:t>
            </a:r>
          </a:p>
          <a:p>
            <a:pPr marL="0" indent="0">
              <a:buNone/>
            </a:pPr>
            <a:endParaRPr lang="en-US" sz="1400" dirty="0">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1400" i="0" dirty="0">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endParaRPr lang="en-US" sz="1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69B12D2-E4BC-49BB-AB9B-20A7273D4948}"/>
              </a:ext>
            </a:extLst>
          </p:cNvPr>
          <p:cNvPicPr>
            <a:picLocks noChangeAspect="1"/>
          </p:cNvPicPr>
          <p:nvPr/>
        </p:nvPicPr>
        <p:blipFill>
          <a:blip r:embed="rId2"/>
          <a:stretch>
            <a:fillRect/>
          </a:stretch>
        </p:blipFill>
        <p:spPr>
          <a:xfrm>
            <a:off x="448854" y="5027953"/>
            <a:ext cx="3359575" cy="1813481"/>
          </a:xfrm>
          <a:prstGeom prst="rect">
            <a:avLst/>
          </a:prstGeom>
        </p:spPr>
      </p:pic>
      <p:pic>
        <p:nvPicPr>
          <p:cNvPr id="8" name="Picture 7">
            <a:extLst>
              <a:ext uri="{FF2B5EF4-FFF2-40B4-BE49-F238E27FC236}">
                <a16:creationId xmlns:a16="http://schemas.microsoft.com/office/drawing/2014/main" id="{0E59B662-B7ED-499B-AEA2-70CFC51260FE}"/>
              </a:ext>
            </a:extLst>
          </p:cNvPr>
          <p:cNvPicPr>
            <a:picLocks noChangeAspect="1"/>
          </p:cNvPicPr>
          <p:nvPr/>
        </p:nvPicPr>
        <p:blipFill>
          <a:blip r:embed="rId3"/>
          <a:stretch>
            <a:fillRect/>
          </a:stretch>
        </p:blipFill>
        <p:spPr>
          <a:xfrm>
            <a:off x="3831577" y="4921970"/>
            <a:ext cx="3359575" cy="571500"/>
          </a:xfrm>
          <a:prstGeom prst="rect">
            <a:avLst/>
          </a:prstGeom>
        </p:spPr>
      </p:pic>
      <p:pic>
        <p:nvPicPr>
          <p:cNvPr id="9" name="Picture 8">
            <a:extLst>
              <a:ext uri="{FF2B5EF4-FFF2-40B4-BE49-F238E27FC236}">
                <a16:creationId xmlns:a16="http://schemas.microsoft.com/office/drawing/2014/main" id="{9EB2CEA4-FB13-49C0-A95C-0D7499318C22}"/>
              </a:ext>
            </a:extLst>
          </p:cNvPr>
          <p:cNvPicPr>
            <a:picLocks noChangeAspect="1"/>
          </p:cNvPicPr>
          <p:nvPr/>
        </p:nvPicPr>
        <p:blipFill>
          <a:blip r:embed="rId4"/>
          <a:stretch>
            <a:fillRect/>
          </a:stretch>
        </p:blipFill>
        <p:spPr>
          <a:xfrm>
            <a:off x="3831577" y="5449872"/>
            <a:ext cx="3359575" cy="790672"/>
          </a:xfrm>
          <a:prstGeom prst="rect">
            <a:avLst/>
          </a:prstGeom>
        </p:spPr>
      </p:pic>
      <p:pic>
        <p:nvPicPr>
          <p:cNvPr id="10" name="Picture 9">
            <a:extLst>
              <a:ext uri="{FF2B5EF4-FFF2-40B4-BE49-F238E27FC236}">
                <a16:creationId xmlns:a16="http://schemas.microsoft.com/office/drawing/2014/main" id="{6A0B06F4-9B16-4BEA-B89E-226677893AE0}"/>
              </a:ext>
            </a:extLst>
          </p:cNvPr>
          <p:cNvPicPr>
            <a:picLocks noChangeAspect="1"/>
          </p:cNvPicPr>
          <p:nvPr/>
        </p:nvPicPr>
        <p:blipFill>
          <a:blip r:embed="rId5"/>
          <a:stretch>
            <a:fillRect/>
          </a:stretch>
        </p:blipFill>
        <p:spPr>
          <a:xfrm>
            <a:off x="3808429" y="6293850"/>
            <a:ext cx="3186358" cy="328613"/>
          </a:xfrm>
          <a:prstGeom prst="rect">
            <a:avLst/>
          </a:prstGeom>
        </p:spPr>
      </p:pic>
    </p:spTree>
    <p:extLst>
      <p:ext uri="{BB962C8B-B14F-4D97-AF65-F5344CB8AC3E}">
        <p14:creationId xmlns:p14="http://schemas.microsoft.com/office/powerpoint/2010/main" val="33471303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17805" y="532130"/>
            <a:ext cx="11781790" cy="563118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nstantia"/>
                <a:ea typeface="+mn-ea"/>
                <a:cs typeface="+mn-cs"/>
              </a:rPr>
              <a:t>                                                 </a:t>
            </a:r>
            <a:r>
              <a:rPr kumimoji="0" lang="en-US" sz="2400" b="1" i="0" u="none" strike="noStrike" kern="1200" cap="none" spc="0" normalizeH="0" baseline="0" noProof="0" dirty="0">
                <a:ln>
                  <a:noFill/>
                </a:ln>
                <a:solidFill>
                  <a:prstClr val="black"/>
                </a:solidFill>
                <a:effectLst/>
                <a:uLnTx/>
                <a:uFillTx/>
                <a:latin typeface="Constantia"/>
                <a:ea typeface="+mn-ea"/>
                <a:cs typeface="+mn-cs"/>
              </a:rPr>
              <a:t>INTRODUCTION TO DHCP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DHCP stands for Dynamic Host Configuration Protocol. It’s a network management protocol used to automate the process of configuring devices on IP networks, allowing them to use network services like DNS, NTP, and more without manual setup.</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Purpose of DHCP</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Automatically assigns IP addresses to devices on a network.</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Helps avoid IP conflicts by ensuring unique addresses are assigned to each device.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Reduces manual configuration errors and simplifies network management.</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7372" y="407333"/>
            <a:ext cx="11325980" cy="655447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onstantia"/>
                <a:ea typeface="+mn-ea"/>
                <a:cs typeface="+mn-cs"/>
              </a:rPr>
              <a:t>How DHCP Works</a:t>
            </a:r>
            <a:endParaRPr kumimoji="0" lang="en-US" sz="1800" b="1"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br>
              <a:rPr kumimoji="0" lang="en-US" sz="1800" b="0" i="0" u="none" strike="noStrike" kern="1200" cap="none" spc="0" normalizeH="0" baseline="0" noProof="0" dirty="0">
                <a:ln>
                  <a:noFill/>
                </a:ln>
                <a:solidFill>
                  <a:prstClr val="black"/>
                </a:solidFill>
                <a:effectLst/>
                <a:uLnTx/>
                <a:uFillTx/>
                <a:latin typeface="Constantia"/>
                <a:ea typeface="+mn-ea"/>
                <a:cs typeface="+mn-cs"/>
              </a:rPr>
            </a:br>
            <a:r>
              <a:rPr kumimoji="0" lang="en-US" sz="1800" b="0" i="0" u="none" strike="noStrike" kern="1200" cap="none" spc="0" normalizeH="0" baseline="0" noProof="0" dirty="0">
                <a:ln>
                  <a:noFill/>
                </a:ln>
                <a:solidFill>
                  <a:prstClr val="black"/>
                </a:solidFill>
                <a:effectLst/>
                <a:uLnTx/>
                <a:uFillTx/>
                <a:latin typeface="Constantia"/>
                <a:ea typeface="+mn-ea"/>
                <a:cs typeface="+mn-cs"/>
              </a:rPr>
              <a:t>DHCP assigns IP addresses using a </a:t>
            </a:r>
            <a:r>
              <a:rPr kumimoji="0" lang="en-US" sz="1800" b="1" i="0" u="none" strike="noStrike" kern="1200" cap="none" spc="0" normalizeH="0" baseline="0" noProof="0" dirty="0">
                <a:ln>
                  <a:noFill/>
                </a:ln>
                <a:solidFill>
                  <a:prstClr val="black"/>
                </a:solidFill>
                <a:effectLst/>
                <a:uLnTx/>
                <a:uFillTx/>
                <a:latin typeface="Constantia"/>
                <a:ea typeface="+mn-ea"/>
                <a:cs typeface="+mn-cs"/>
              </a:rPr>
              <a:t>four-step process</a:t>
            </a:r>
            <a:r>
              <a:rPr kumimoji="0" lang="en-US" sz="1800" b="0" i="0" u="none" strike="noStrike" kern="1200" cap="none" spc="0" normalizeH="0" baseline="0" noProof="0" dirty="0">
                <a:ln>
                  <a:noFill/>
                </a:ln>
                <a:solidFill>
                  <a:prstClr val="black"/>
                </a:solidFill>
                <a:effectLst/>
                <a:uLnTx/>
                <a:uFillTx/>
                <a:latin typeface="Constantia"/>
                <a:ea typeface="+mn-ea"/>
                <a:cs typeface="+mn-cs"/>
              </a:rPr>
              <a:t>:</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DHCP Discover</a:t>
            </a:r>
            <a:r>
              <a:rPr kumimoji="0" lang="en-US" sz="1800" b="0" i="0" u="none" strike="noStrike" kern="1200" cap="none" spc="0" normalizeH="0" baseline="0" noProof="0" dirty="0">
                <a:ln>
                  <a:noFill/>
                </a:ln>
                <a:solidFill>
                  <a:prstClr val="black"/>
                </a:solidFill>
                <a:effectLst/>
                <a:uLnTx/>
                <a:uFillTx/>
                <a:latin typeface="Constantia"/>
                <a:ea typeface="+mn-ea"/>
                <a:cs typeface="+mn-cs"/>
              </a:rPr>
              <a:t> - The client sends a broadcast message to locate a DHCP server.</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DHCP Offer</a:t>
            </a:r>
            <a:r>
              <a:rPr kumimoji="0" lang="en-US" sz="1800" b="0" i="0" u="none" strike="noStrike" kern="1200" cap="none" spc="0" normalizeH="0" baseline="0" noProof="0" dirty="0">
                <a:ln>
                  <a:noFill/>
                </a:ln>
                <a:solidFill>
                  <a:prstClr val="black"/>
                </a:solidFill>
                <a:effectLst/>
                <a:uLnTx/>
                <a:uFillTx/>
                <a:latin typeface="Constantia"/>
                <a:ea typeface="+mn-ea"/>
                <a:cs typeface="+mn-cs"/>
              </a:rPr>
              <a:t> - The server responds with an IP address offer.</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DHCP Request</a:t>
            </a:r>
            <a:r>
              <a:rPr kumimoji="0" lang="en-US" sz="1800" b="0" i="0" u="none" strike="noStrike" kern="1200" cap="none" spc="0" normalizeH="0" baseline="0" noProof="0" dirty="0">
                <a:ln>
                  <a:noFill/>
                </a:ln>
                <a:solidFill>
                  <a:prstClr val="black"/>
                </a:solidFill>
                <a:effectLst/>
                <a:uLnTx/>
                <a:uFillTx/>
                <a:latin typeface="Constantia"/>
                <a:ea typeface="+mn-ea"/>
                <a:cs typeface="+mn-cs"/>
              </a:rPr>
              <a:t> - The client requests the offered IP address.</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DHCP Acknowledgment (ACK)</a:t>
            </a:r>
            <a:r>
              <a:rPr kumimoji="0" lang="en-US" sz="1800" b="0" i="0" u="none" strike="noStrike" kern="1200" cap="none" spc="0" normalizeH="0" baseline="0" noProof="0" dirty="0">
                <a:ln>
                  <a:noFill/>
                </a:ln>
                <a:solidFill>
                  <a:prstClr val="black"/>
                </a:solidFill>
                <a:effectLst/>
                <a:uLnTx/>
                <a:uFillTx/>
                <a:latin typeface="Constantia"/>
                <a:ea typeface="+mn-ea"/>
                <a:cs typeface="+mn-cs"/>
              </a:rPr>
              <a:t> - The server confirms the IP lease.</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Components of DHCP</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DHCP Server</a:t>
            </a:r>
            <a:r>
              <a:rPr kumimoji="0" lang="en-US" sz="1800" b="0" i="0" u="none" strike="noStrike" kern="1200" cap="none" spc="0" normalizeH="0" baseline="0" noProof="0" dirty="0">
                <a:ln>
                  <a:noFill/>
                </a:ln>
                <a:solidFill>
                  <a:prstClr val="black"/>
                </a:solidFill>
                <a:effectLst/>
                <a:uLnTx/>
                <a:uFillTx/>
                <a:latin typeface="Constantia"/>
                <a:ea typeface="+mn-ea"/>
                <a:cs typeface="+mn-cs"/>
              </a:rPr>
              <a:t> - The device or software providing IP addresses.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DHCP Client</a:t>
            </a:r>
            <a:r>
              <a:rPr kumimoji="0" lang="en-US" sz="1800" b="0" i="0" u="none" strike="noStrike" kern="1200" cap="none" spc="0" normalizeH="0" baseline="0" noProof="0" dirty="0">
                <a:ln>
                  <a:noFill/>
                </a:ln>
                <a:solidFill>
                  <a:prstClr val="black"/>
                </a:solidFill>
                <a:effectLst/>
                <a:uLnTx/>
                <a:uFillTx/>
                <a:latin typeface="Constantia"/>
                <a:ea typeface="+mn-ea"/>
                <a:cs typeface="+mn-cs"/>
              </a:rPr>
              <a:t> - Any device (computer, phone, printer) that requests an IP address.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IP Lease</a:t>
            </a:r>
            <a:r>
              <a:rPr kumimoji="0" lang="en-US" sz="1800" b="0" i="0" u="none" strike="noStrike" kern="1200" cap="none" spc="0" normalizeH="0" baseline="0" noProof="0" dirty="0">
                <a:ln>
                  <a:noFill/>
                </a:ln>
                <a:solidFill>
                  <a:prstClr val="black"/>
                </a:solidFill>
                <a:effectLst/>
                <a:uLnTx/>
                <a:uFillTx/>
                <a:latin typeface="Constantia"/>
                <a:ea typeface="+mn-ea"/>
                <a:cs typeface="+mn-cs"/>
              </a:rPr>
              <a:t> - The duration a client can use an IP address before it expires.</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446" y="96974"/>
            <a:ext cx="11209867" cy="6328014"/>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onstantia"/>
                <a:ea typeface="+mn-ea"/>
                <a:cs typeface="+mn-cs"/>
              </a:rPr>
              <a:t>DHCP Packet Structure and Operation</a:t>
            </a:r>
            <a:endParaRPr kumimoji="0" lang="en-US" sz="1800" b="1"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1"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DHCP Packet Fields</a:t>
            </a:r>
            <a:br>
              <a:rPr kumimoji="0" lang="en-US" sz="1800" b="0" i="0" u="none" strike="noStrike" kern="1200" cap="none" spc="0" normalizeH="0" baseline="0" noProof="0" dirty="0">
                <a:ln>
                  <a:noFill/>
                </a:ln>
                <a:solidFill>
                  <a:prstClr val="black"/>
                </a:solidFill>
                <a:effectLst/>
                <a:uLnTx/>
                <a:uFillTx/>
                <a:latin typeface="Constantia"/>
                <a:ea typeface="+mn-ea"/>
                <a:cs typeface="+mn-cs"/>
              </a:rPr>
            </a:br>
            <a:r>
              <a:rPr kumimoji="0" lang="en-US" sz="1800" b="0" i="0" u="none" strike="noStrike" kern="1200" cap="none" spc="0" normalizeH="0" baseline="0" noProof="0" dirty="0">
                <a:ln>
                  <a:noFill/>
                </a:ln>
                <a:solidFill>
                  <a:prstClr val="black"/>
                </a:solidFill>
                <a:effectLst/>
                <a:uLnTx/>
                <a:uFillTx/>
                <a:latin typeface="Constantia"/>
                <a:ea typeface="+mn-ea"/>
                <a:cs typeface="+mn-cs"/>
              </a:rPr>
              <a:t>Each DHCP packet contains fields essential to address assignment, such as:</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Client IP Address</a:t>
            </a:r>
            <a:r>
              <a:rPr kumimoji="0" lang="en-US" sz="1800" b="0" i="0" u="none" strike="noStrike" kern="1200" cap="none" spc="0" normalizeH="0" baseline="0" noProof="0" dirty="0">
                <a:ln>
                  <a:noFill/>
                </a:ln>
                <a:solidFill>
                  <a:prstClr val="black"/>
                </a:solidFill>
                <a:effectLst/>
                <a:uLnTx/>
                <a:uFillTx/>
                <a:latin typeface="Constantia"/>
                <a:ea typeface="+mn-ea"/>
                <a:cs typeface="+mn-cs"/>
              </a:rPr>
              <a:t> - The IP assigned to the client. what the client already has</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Your IP Address</a:t>
            </a:r>
            <a:r>
              <a:rPr kumimoji="0" lang="en-US" sz="1800" b="0" i="0" u="none" strike="noStrike" kern="1200" cap="none" spc="0" normalizeH="0" baseline="0" noProof="0" dirty="0">
                <a:ln>
                  <a:noFill/>
                </a:ln>
                <a:solidFill>
                  <a:prstClr val="black"/>
                </a:solidFill>
                <a:effectLst/>
                <a:uLnTx/>
                <a:uFillTx/>
                <a:latin typeface="Constantia"/>
                <a:ea typeface="+mn-ea"/>
                <a:cs typeface="+mn-cs"/>
              </a:rPr>
              <a:t> - Assigned IP for the client by the server. what the server offers</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Server IP Address</a:t>
            </a:r>
            <a:r>
              <a:rPr kumimoji="0" lang="en-US" sz="1800" b="0" i="0" u="none" strike="noStrike" kern="1200" cap="none" spc="0" normalizeH="0" baseline="0" noProof="0" dirty="0">
                <a:ln>
                  <a:noFill/>
                </a:ln>
                <a:solidFill>
                  <a:prstClr val="black"/>
                </a:solidFill>
                <a:effectLst/>
                <a:uLnTx/>
                <a:uFillTx/>
                <a:latin typeface="Constantia"/>
                <a:ea typeface="+mn-ea"/>
                <a:cs typeface="+mn-cs"/>
              </a:rPr>
              <a:t> - The IP address of the DHCP server.  the DHCP server’s IP</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Gateway IP Address</a:t>
            </a:r>
            <a:r>
              <a:rPr kumimoji="0" lang="en-US" sz="1800" b="0" i="0" u="none" strike="noStrike" kern="1200" cap="none" spc="0" normalizeH="0" baseline="0" noProof="0" dirty="0">
                <a:ln>
                  <a:noFill/>
                </a:ln>
                <a:solidFill>
                  <a:prstClr val="black"/>
                </a:solidFill>
                <a:effectLst/>
                <a:uLnTx/>
                <a:uFillTx/>
                <a:latin typeface="Constantia"/>
                <a:ea typeface="+mn-ea"/>
                <a:cs typeface="+mn-cs"/>
              </a:rPr>
              <a:t> - Typically, the network's default gateway.  the relay/gateway in between</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Types of DHCP Messages</a:t>
            </a: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Discover</a:t>
            </a:r>
            <a:r>
              <a:rPr kumimoji="0" lang="en-US" sz="1800" b="0" i="0" u="none" strike="noStrike" kern="1200" cap="none" spc="0" normalizeH="0" baseline="0" noProof="0" dirty="0">
                <a:ln>
                  <a:noFill/>
                </a:ln>
                <a:solidFill>
                  <a:prstClr val="black"/>
                </a:solidFill>
                <a:effectLst/>
                <a:uLnTx/>
                <a:uFillTx/>
                <a:latin typeface="Constantia"/>
                <a:ea typeface="+mn-ea"/>
                <a:cs typeface="+mn-cs"/>
              </a:rPr>
              <a:t>: Sent by the client to locate DHCP servers.</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Offer</a:t>
            </a:r>
            <a:r>
              <a:rPr kumimoji="0" lang="en-US" sz="1800" b="0" i="0" u="none" strike="noStrike" kern="1200" cap="none" spc="0" normalizeH="0" baseline="0" noProof="0" dirty="0">
                <a:ln>
                  <a:noFill/>
                </a:ln>
                <a:solidFill>
                  <a:prstClr val="black"/>
                </a:solidFill>
                <a:effectLst/>
                <a:uLnTx/>
                <a:uFillTx/>
                <a:latin typeface="Constantia"/>
                <a:ea typeface="+mn-ea"/>
                <a:cs typeface="+mn-cs"/>
              </a:rPr>
              <a:t>: The server’s offer of an IP address to the client.</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Request</a:t>
            </a:r>
            <a:r>
              <a:rPr kumimoji="0" lang="en-US" sz="1800" b="0" i="0" u="none" strike="noStrike" kern="1200" cap="none" spc="0" normalizeH="0" baseline="0" noProof="0" dirty="0">
                <a:ln>
                  <a:noFill/>
                </a:ln>
                <a:solidFill>
                  <a:prstClr val="black"/>
                </a:solidFill>
                <a:effectLst/>
                <a:uLnTx/>
                <a:uFillTx/>
                <a:latin typeface="Constantia"/>
                <a:ea typeface="+mn-ea"/>
                <a:cs typeface="+mn-cs"/>
              </a:rPr>
              <a:t>: The client’s request to accept an IP address.</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Acknowledge (ACK)</a:t>
            </a:r>
            <a:r>
              <a:rPr kumimoji="0" lang="en-US" sz="1800" b="0" i="0" u="none" strike="noStrike" kern="1200" cap="none" spc="0" normalizeH="0" baseline="0" noProof="0" dirty="0">
                <a:ln>
                  <a:noFill/>
                </a:ln>
                <a:solidFill>
                  <a:prstClr val="black"/>
                </a:solidFill>
                <a:effectLst/>
                <a:uLnTx/>
                <a:uFillTx/>
                <a:latin typeface="Constantia"/>
                <a:ea typeface="+mn-ea"/>
                <a:cs typeface="+mn-cs"/>
              </a:rPr>
              <a:t>: Server’s confirmation message.</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9943" y="491964"/>
            <a:ext cx="11408228" cy="216852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DHCP Operation Steps</a:t>
            </a: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Client Initialization</a:t>
            </a:r>
            <a:r>
              <a:rPr kumimoji="0" lang="en-US" sz="1800" b="0" i="0" u="none" strike="noStrike" kern="1200" cap="none" spc="0" normalizeH="0" baseline="0" noProof="0" dirty="0">
                <a:ln>
                  <a:noFill/>
                </a:ln>
                <a:solidFill>
                  <a:prstClr val="black"/>
                </a:solidFill>
                <a:effectLst/>
                <a:uLnTx/>
                <a:uFillTx/>
                <a:latin typeface="Constantia"/>
                <a:ea typeface="+mn-ea"/>
                <a:cs typeface="+mn-cs"/>
              </a:rPr>
              <a:t>: The client connects to the network and initiates a DHCP Discover message.</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Server Response</a:t>
            </a:r>
            <a:r>
              <a:rPr kumimoji="0" lang="en-US" sz="1800" b="0" i="0" u="none" strike="noStrike" kern="1200" cap="none" spc="0" normalizeH="0" baseline="0" noProof="0" dirty="0">
                <a:ln>
                  <a:noFill/>
                </a:ln>
                <a:solidFill>
                  <a:prstClr val="black"/>
                </a:solidFill>
                <a:effectLst/>
                <a:uLnTx/>
                <a:uFillTx/>
                <a:latin typeface="Constantia"/>
                <a:ea typeface="+mn-ea"/>
                <a:cs typeface="+mn-cs"/>
              </a:rPr>
              <a:t>: The server responds with an Offer.</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Lease Acquisition</a:t>
            </a:r>
            <a:r>
              <a:rPr kumimoji="0" lang="en-US" sz="1800" b="0" i="0" u="none" strike="noStrike" kern="1200" cap="none" spc="0" normalizeH="0" baseline="0" noProof="0" dirty="0">
                <a:ln>
                  <a:noFill/>
                </a:ln>
                <a:solidFill>
                  <a:prstClr val="black"/>
                </a:solidFill>
                <a:effectLst/>
                <a:uLnTx/>
                <a:uFillTx/>
                <a:latin typeface="Constantia"/>
                <a:ea typeface="+mn-ea"/>
                <a:cs typeface="+mn-cs"/>
              </a:rPr>
              <a:t>: The client sends a Request to accept the lease.</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Lease Acknowledgment</a:t>
            </a:r>
            <a:r>
              <a:rPr kumimoji="0" lang="en-US" sz="1800" b="0" i="0" u="none" strike="noStrike" kern="1200" cap="none" spc="0" normalizeH="0" baseline="0" noProof="0" dirty="0">
                <a:ln>
                  <a:noFill/>
                </a:ln>
                <a:solidFill>
                  <a:prstClr val="black"/>
                </a:solidFill>
                <a:effectLst/>
                <a:uLnTx/>
                <a:uFillTx/>
                <a:latin typeface="Constantia"/>
                <a:ea typeface="+mn-ea"/>
                <a:cs typeface="+mn-cs"/>
              </a:rPr>
              <a:t>: The server sends an ACK, finalizing the process.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9961" y="516804"/>
            <a:ext cx="11335657" cy="53543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1" i="0" u="none" strike="noStrike" kern="1200" cap="none" spc="0" normalizeH="0" baseline="0" noProof="0" dirty="0">
                <a:ln>
                  <a:noFill/>
                </a:ln>
                <a:solidFill>
                  <a:prstClr val="black"/>
                </a:solidFill>
                <a:effectLst/>
                <a:uLnTx/>
                <a:uFillTx/>
                <a:latin typeface="Constantia"/>
                <a:ea typeface="+mn-ea"/>
                <a:cs typeface="+mn-cs"/>
              </a:rPr>
              <a:t>DHCP Configuration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Define DHCP Pool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Router(</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dhcp</a:t>
            </a:r>
            <a:r>
              <a:rPr kumimoji="0" lang="en-AU" sz="1800" b="0" i="0" u="none" strike="noStrike" kern="1200" cap="none" spc="0" normalizeH="0" baseline="0" noProof="0" dirty="0">
                <a:ln>
                  <a:noFill/>
                </a:ln>
                <a:solidFill>
                  <a:prstClr val="black"/>
                </a:solidFill>
                <a:effectLst/>
                <a:uLnTx/>
                <a:uFillTx/>
                <a:latin typeface="Constantia"/>
                <a:ea typeface="+mn-ea"/>
                <a:cs typeface="+mn-cs"/>
              </a:rPr>
              <a:t> pool POOL_NAME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Creates a DHCP pool with the specified name.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Router(</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dhcp-config</a:t>
            </a:r>
            <a:r>
              <a:rPr kumimoji="0" lang="en-AU" sz="1800" b="0" i="0" u="none" strike="noStrike" kern="1200" cap="none" spc="0" normalizeH="0" baseline="0" noProof="0" dirty="0">
                <a:ln>
                  <a:noFill/>
                </a:ln>
                <a:solidFill>
                  <a:prstClr val="black"/>
                </a:solidFill>
                <a:effectLst/>
                <a:uLnTx/>
                <a:uFillTx/>
                <a:latin typeface="Constantia"/>
                <a:ea typeface="+mn-ea"/>
                <a:cs typeface="+mn-cs"/>
              </a:rPr>
              <a:t>)# network NETWORK_ADDRESS SUBNET_MASK Defines the IP range and subnet for the pool.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Define Default Gateways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Router(</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dhcp-config</a:t>
            </a:r>
            <a:r>
              <a:rPr kumimoji="0" lang="en-AU" sz="1800" b="0" i="0" u="none" strike="noStrike" kern="1200" cap="none" spc="0" normalizeH="0" baseline="0" noProof="0" dirty="0">
                <a:ln>
                  <a:noFill/>
                </a:ln>
                <a:solidFill>
                  <a:prstClr val="black"/>
                </a:solidFill>
                <a:effectLst/>
                <a:uLnTx/>
                <a:uFillTx/>
                <a:latin typeface="Constantia"/>
                <a:ea typeface="+mn-ea"/>
                <a:cs typeface="+mn-cs"/>
              </a:rPr>
              <a:t>)# default-router DEFAULT_GATEWAY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Specifies the gateway clients should use.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Set DNS Server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Router(</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dhcp-config</a:t>
            </a: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dns</a:t>
            </a:r>
            <a:r>
              <a:rPr kumimoji="0" lang="en-AU" sz="1800" b="0" i="0" u="none" strike="noStrike" kern="1200" cap="none" spc="0" normalizeH="0" baseline="0" noProof="0" dirty="0">
                <a:ln>
                  <a:noFill/>
                </a:ln>
                <a:solidFill>
                  <a:prstClr val="black"/>
                </a:solidFill>
                <a:effectLst/>
                <a:uLnTx/>
                <a:uFillTx/>
                <a:latin typeface="Constantia"/>
                <a:ea typeface="+mn-ea"/>
                <a:cs typeface="+mn-cs"/>
              </a:rPr>
              <a:t>-server DNS_IP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Exclude IP Addresses (Optional)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Router(</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dhcp</a:t>
            </a:r>
            <a:r>
              <a:rPr kumimoji="0" lang="en-AU" sz="1800" b="0" i="0" u="none" strike="noStrike" kern="1200" cap="none" spc="0" normalizeH="0" baseline="0" noProof="0" dirty="0">
                <a:ln>
                  <a:noFill/>
                </a:ln>
                <a:solidFill>
                  <a:prstClr val="black"/>
                </a:solidFill>
                <a:effectLst/>
                <a:uLnTx/>
                <a:uFillTx/>
                <a:latin typeface="Constantia"/>
                <a:ea typeface="+mn-ea"/>
                <a:cs typeface="+mn-cs"/>
              </a:rPr>
              <a:t> excluded-address START_IP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END_IPExcludes</a:t>
            </a: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IPs from the DHCP pool.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lease &lt;days&gt; &lt;hours&gt; &lt;minutes&gt;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4326340-D0EC-C739-5274-22A72036FBA0}"/>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2209131C-53CC-833B-DA9F-2EB2AD8D3DC9}"/>
              </a:ext>
            </a:extLst>
          </p:cNvPr>
          <p:cNvSpPr txBox="1"/>
          <p:nvPr/>
        </p:nvSpPr>
        <p:spPr>
          <a:xfrm>
            <a:off x="843280" y="307677"/>
            <a:ext cx="5252720" cy="600164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black"/>
                </a:solidFill>
                <a:effectLst/>
                <a:uLnTx/>
                <a:uFillTx/>
                <a:latin typeface="Constantia"/>
                <a:ea typeface="+mn-ea"/>
                <a:cs typeface="+mn-cs"/>
              </a:rPr>
              <a:t>Cisco Layer 3 Switch DHCP Server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Create VLAN interfaces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interface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vlan</a:t>
            </a:r>
            <a:r>
              <a:rPr kumimoji="0" lang="en-US" sz="1800" b="0" i="0" u="none" strike="noStrike" kern="1200" cap="none" spc="0" normalizeH="0" baseline="0" noProof="0" dirty="0">
                <a:ln>
                  <a:noFill/>
                </a:ln>
                <a:solidFill>
                  <a:prstClr val="black"/>
                </a:solidFill>
                <a:effectLst/>
                <a:uLnTx/>
                <a:uFillTx/>
                <a:latin typeface="Constantia"/>
                <a:ea typeface="+mn-ea"/>
                <a:cs typeface="+mn-cs"/>
              </a:rPr>
              <a:t> 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address 192.168.10.1 255.255.255.0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no shutdown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interface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vlan</a:t>
            </a:r>
            <a:r>
              <a:rPr kumimoji="0" lang="en-US" sz="1800" b="0" i="0" u="none" strike="noStrike" kern="1200" cap="none" spc="0" normalizeH="0" baseline="0" noProof="0" dirty="0">
                <a:ln>
                  <a:noFill/>
                </a:ln>
                <a:solidFill>
                  <a:prstClr val="black"/>
                </a:solidFill>
                <a:effectLst/>
                <a:uLnTx/>
                <a:uFillTx/>
                <a:latin typeface="Constantia"/>
                <a:ea typeface="+mn-ea"/>
                <a:cs typeface="+mn-cs"/>
              </a:rPr>
              <a:t> 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address 192.168.20.1 255.255.255.0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no shutdown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DHCP pools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dhcp</a:t>
            </a:r>
            <a:r>
              <a:rPr kumimoji="0" lang="en-US" sz="1800" b="0" i="0" u="none" strike="noStrike" kern="1200" cap="none" spc="0" normalizeH="0" baseline="0" noProof="0" dirty="0">
                <a:ln>
                  <a:noFill/>
                </a:ln>
                <a:solidFill>
                  <a:prstClr val="black"/>
                </a:solidFill>
                <a:effectLst/>
                <a:uLnTx/>
                <a:uFillTx/>
                <a:latin typeface="Constantia"/>
                <a:ea typeface="+mn-ea"/>
                <a:cs typeface="+mn-cs"/>
              </a:rPr>
              <a:t> pool VLAN10-POOL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network 192.168.10.0 255.255.255.0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default-router 192.168.10.1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dns</a:t>
            </a:r>
            <a:r>
              <a:rPr kumimoji="0" lang="en-US" sz="1800" b="0" i="0" u="none" strike="noStrike" kern="1200" cap="none" spc="0" normalizeH="0" baseline="0" noProof="0" dirty="0">
                <a:ln>
                  <a:noFill/>
                </a:ln>
                <a:solidFill>
                  <a:prstClr val="black"/>
                </a:solidFill>
                <a:effectLst/>
                <a:uLnTx/>
                <a:uFillTx/>
                <a:latin typeface="Constantia"/>
                <a:ea typeface="+mn-ea"/>
                <a:cs typeface="+mn-cs"/>
              </a:rPr>
              <a:t>-server 8.8.8.8</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dhcp</a:t>
            </a:r>
            <a:r>
              <a:rPr kumimoji="0" lang="en-US" sz="1800" b="0" i="0" u="none" strike="noStrike" kern="1200" cap="none" spc="0" normalizeH="0" baseline="0" noProof="0" dirty="0">
                <a:ln>
                  <a:noFill/>
                </a:ln>
                <a:solidFill>
                  <a:prstClr val="black"/>
                </a:solidFill>
                <a:effectLst/>
                <a:uLnTx/>
                <a:uFillTx/>
                <a:latin typeface="Constantia"/>
                <a:ea typeface="+mn-ea"/>
                <a:cs typeface="+mn-cs"/>
              </a:rPr>
              <a:t> pool VLAN20-POOL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network 192.168.20.0 255.255.255.0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default-router 192.168.20.1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dns</a:t>
            </a:r>
            <a:r>
              <a:rPr kumimoji="0" lang="en-US" sz="1800" b="0" i="0" u="none" strike="noStrike" kern="1200" cap="none" spc="0" normalizeH="0" baseline="0" noProof="0" dirty="0">
                <a:ln>
                  <a:noFill/>
                </a:ln>
                <a:solidFill>
                  <a:prstClr val="black"/>
                </a:solidFill>
                <a:effectLst/>
                <a:uLnTx/>
                <a:uFillTx/>
                <a:latin typeface="Constantia"/>
                <a:ea typeface="+mn-ea"/>
                <a:cs typeface="+mn-cs"/>
              </a:rPr>
              <a:t>-server 8.8.8.8</a:t>
            </a:r>
          </a:p>
        </p:txBody>
      </p:sp>
      <p:sp>
        <p:nvSpPr>
          <p:cNvPr id="6" name="TextBox 5">
            <a:extLst>
              <a:ext uri="{FF2B5EF4-FFF2-40B4-BE49-F238E27FC236}">
                <a16:creationId xmlns:a16="http://schemas.microsoft.com/office/drawing/2014/main" id="{DEFB2863-21CE-46CC-E99D-0416A358977E}"/>
              </a:ext>
            </a:extLst>
          </p:cNvPr>
          <p:cNvSpPr txBox="1"/>
          <p:nvPr/>
        </p:nvSpPr>
        <p:spPr>
          <a:xfrm>
            <a:off x="5242560" y="2387562"/>
            <a:ext cx="6106160" cy="120032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 Optional: exclude static addresses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dhcp</a:t>
            </a:r>
            <a:r>
              <a:rPr kumimoji="0" lang="en-US" sz="1800" b="0" i="0" u="none" strike="noStrike" kern="1200" cap="none" spc="0" normalizeH="0" baseline="0" noProof="0" dirty="0">
                <a:ln>
                  <a:noFill/>
                </a:ln>
                <a:solidFill>
                  <a:prstClr val="black"/>
                </a:solidFill>
                <a:effectLst/>
                <a:uLnTx/>
                <a:uFillTx/>
                <a:latin typeface="Constantia"/>
                <a:ea typeface="+mn-ea"/>
                <a:cs typeface="+mn-cs"/>
              </a:rPr>
              <a:t> excluded-address 192.168.10.1 192.168.10.20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dhcp</a:t>
            </a:r>
            <a:r>
              <a:rPr kumimoji="0" lang="en-US" sz="1800" b="0" i="0" u="none" strike="noStrike" kern="1200" cap="none" spc="0" normalizeH="0" baseline="0" noProof="0" dirty="0">
                <a:ln>
                  <a:noFill/>
                </a:ln>
                <a:solidFill>
                  <a:prstClr val="black"/>
                </a:solidFill>
                <a:effectLst/>
                <a:uLnTx/>
                <a:uFillTx/>
                <a:latin typeface="Constantia"/>
                <a:ea typeface="+mn-ea"/>
                <a:cs typeface="+mn-cs"/>
              </a:rPr>
              <a:t> excluded-address 192.168.20.1 192.168.20.20</a:t>
            </a:r>
          </a:p>
        </p:txBody>
      </p:sp>
    </p:spTree>
    <p:extLst>
      <p:ext uri="{BB962C8B-B14F-4D97-AF65-F5344CB8AC3E}">
        <p14:creationId xmlns:p14="http://schemas.microsoft.com/office/powerpoint/2010/main" val="3191318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4F6284E-2C22-502D-D73B-E3FF99DEC955}"/>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CAB16D43-F6A4-7222-C703-20B089C91BD5}"/>
              </a:ext>
            </a:extLst>
          </p:cNvPr>
          <p:cNvSpPr txBox="1"/>
          <p:nvPr/>
        </p:nvSpPr>
        <p:spPr>
          <a:xfrm>
            <a:off x="1117600" y="3145765"/>
            <a:ext cx="10068560" cy="920252"/>
          </a:xfrm>
          <a:prstGeom prst="rect">
            <a:avLst/>
          </a:prstGeom>
          <a:noFill/>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4000" b="1" i="0" u="none" strike="noStrike" kern="1200" cap="none" spc="0" normalizeH="0" baseline="0" noProof="0" dirty="0">
                <a:ln>
                  <a:noFill/>
                </a:ln>
                <a:solidFill>
                  <a:prstClr val="black"/>
                </a:solidFill>
                <a:effectLst/>
                <a:uLnTx/>
                <a:uFillTx/>
                <a:latin typeface="Constantia"/>
                <a:ea typeface="+mn-ea"/>
                <a:cs typeface="+mn-cs"/>
              </a:rPr>
              <a:t>Network Address Translation (NAT)</a:t>
            </a:r>
            <a:r>
              <a:rPr kumimoji="0" lang="en-US" sz="4000" b="0" i="0" u="none" strike="noStrike" kern="1200" cap="none" spc="0" normalizeH="0" baseline="0" noProof="0" dirty="0">
                <a:ln>
                  <a:noFill/>
                </a:ln>
                <a:solidFill>
                  <a:prstClr val="black"/>
                </a:solidFill>
                <a:effectLst/>
                <a:uLnTx/>
                <a:uFillTx/>
                <a:latin typeface="Constantia"/>
                <a:ea typeface="+mn-ea"/>
                <a:cs typeface="+mn-cs"/>
              </a:rPr>
              <a:t> </a:t>
            </a:r>
          </a:p>
        </p:txBody>
      </p:sp>
    </p:spTree>
    <p:extLst>
      <p:ext uri="{BB962C8B-B14F-4D97-AF65-F5344CB8AC3E}">
        <p14:creationId xmlns:p14="http://schemas.microsoft.com/office/powerpoint/2010/main" val="33978490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3" name="Rectangle 2"/>
          <p:cNvSpPr/>
          <p:nvPr/>
        </p:nvSpPr>
        <p:spPr>
          <a:xfrm>
            <a:off x="94615" y="100330"/>
            <a:ext cx="11978005" cy="581596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3200" b="1" i="0" u="none" strike="noStrike" kern="1200" cap="none" spc="0" normalizeH="0" baseline="0" noProof="0" dirty="0">
                <a:ln>
                  <a:noFill/>
                </a:ln>
                <a:solidFill>
                  <a:prstClr val="black"/>
                </a:solidFill>
                <a:effectLst/>
                <a:uLnTx/>
                <a:uFillTx/>
                <a:latin typeface="Constantia"/>
                <a:ea typeface="+mn-ea"/>
                <a:cs typeface="+mn-cs"/>
              </a:rPr>
              <a:t>Network Address Translation (NAT)</a:t>
            </a:r>
            <a:r>
              <a:rPr kumimoji="0" lang="en-US" sz="3200" b="0" i="0" u="none" strike="noStrike" kern="1200" cap="none" spc="0" normalizeH="0" baseline="0" noProof="0" dirty="0">
                <a:ln>
                  <a:noFill/>
                </a:ln>
                <a:solidFill>
                  <a:prstClr val="black"/>
                </a:solidFill>
                <a:effectLst/>
                <a:uLnTx/>
                <a:uFillTx/>
                <a:latin typeface="Constantia"/>
                <a:ea typeface="+mn-ea"/>
                <a:cs typeface="+mn-cs"/>
              </a:rPr>
              <a:t> </a:t>
            </a: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is a method used by routers to modify the source or destination IP address of packets as they pass through the router.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NAT allows multiple devices on a local network (using private IP addresses) to share a single public IP address for accessing the internet.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This process is vital because there are limited public IP addresses available globally, and NAT helps mitigate IP address exhaustion by using private IP addresses within local networks.</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Why NAT is Important: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Conserves Public IP Addresses: NAT allows multiple devices on a local network to access the internet using a single public IP address.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This reduces the need for a public IP for each device, which is especially important given the shortage of IPv4 addresses.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Security: NAT adds a layer of security by masking internal private IP addresses. External devices on the internet cannot directly communicate with devices behind a NAT unless specific rules (such as port forwarding) are set up.</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5" name="Rectangle 4"/>
          <p:cNvSpPr/>
          <p:nvPr/>
        </p:nvSpPr>
        <p:spPr>
          <a:xfrm>
            <a:off x="66675" y="36830"/>
            <a:ext cx="12067540" cy="738568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2800" b="1" i="0" u="none" strike="noStrike" kern="1200" cap="none" spc="0" normalizeH="0" baseline="0" noProof="0" dirty="0">
                <a:ln>
                  <a:noFill/>
                </a:ln>
                <a:solidFill>
                  <a:prstClr val="black"/>
                </a:solidFill>
                <a:effectLst/>
                <a:uLnTx/>
                <a:uFillTx/>
                <a:latin typeface="Constantia"/>
                <a:ea typeface="+mn-ea"/>
                <a:cs typeface="+mn-cs"/>
              </a:rPr>
              <a:t>Types of NAT:</a:t>
            </a:r>
            <a:endParaRPr kumimoji="0" lang="en-US" sz="1800" b="1"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There are three common types of NAT used in networking:</a:t>
            </a:r>
          </a:p>
          <a:p>
            <a:pPr marL="342900" marR="0" lvl="0" indent="-342900" algn="l" defTabSz="914400" rtl="0" eaLnBrk="1" fontAlgn="auto" latinLnBrk="0" hangingPunct="1">
              <a:lnSpc>
                <a:spcPct val="150000"/>
              </a:lnSpc>
              <a:spcBef>
                <a:spcPts val="0"/>
              </a:spcBef>
              <a:spcAft>
                <a:spcPts val="0"/>
              </a:spcAft>
              <a:buClrTx/>
              <a:buSzTx/>
              <a:buFontTx/>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Static NAT (One-to-One Mapping):</a:t>
            </a:r>
            <a:r>
              <a:rPr kumimoji="0" lang="en-US" sz="1800" b="0" i="0" u="none" strike="noStrike" kern="1200" cap="none" spc="0" normalizeH="0" baseline="0" noProof="0" dirty="0">
                <a:ln>
                  <a:noFill/>
                </a:ln>
                <a:solidFill>
                  <a:prstClr val="black"/>
                </a:solidFill>
                <a:effectLst/>
                <a:uLnTx/>
                <a:uFillTx/>
                <a:latin typeface="Constantia"/>
                <a:ea typeface="+mn-ea"/>
                <a:cs typeface="+mn-cs"/>
              </a:rPr>
              <a:t>Static NAT maps one private IP address to one public IP address.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This is used when a specific internal device (like a web server) needs to be accessible from the internet using a consistent public IP.</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Use Case: Hosting a public-facing server on a private network.</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Example: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Private IP: 192.168.1.10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Public IP: 203.0.113.5</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The router always maps 192.168.1.10 to 203.0.113.5</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2. Dynamic NAT (Many-to-Many Mapping): </a:t>
            </a:r>
            <a:r>
              <a:rPr kumimoji="0" lang="en-US" sz="1800" b="0" i="0" u="none" strike="noStrike" kern="1200" cap="none" spc="0" normalizeH="0" baseline="0" noProof="0" dirty="0">
                <a:ln>
                  <a:noFill/>
                </a:ln>
                <a:solidFill>
                  <a:prstClr val="black"/>
                </a:solidFill>
                <a:effectLst/>
                <a:uLnTx/>
                <a:uFillTx/>
                <a:latin typeface="Constantia"/>
                <a:ea typeface="+mn-ea"/>
                <a:cs typeface="+mn-cs"/>
              </a:rPr>
              <a:t>Dynamic NAT assigns public IP addresses from a pool of available public IPs to private IP addresses on a local network. This mapping is temporary and changes over time. When a device inside the network makes a request, it gets mapped to an available public IP from the pool.</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Useful when you have more than one public IP and multiple devices needing internet access.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Example: Private IPs: 192.168.1.10, 192.168.1.11 and Public IP Pool: 203.0.113.5, 203.0.113.6</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Each private IP is dynamically mapped to a public IP from the pool.</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3" name="Rectangle 2"/>
          <p:cNvSpPr/>
          <p:nvPr/>
        </p:nvSpPr>
        <p:spPr>
          <a:xfrm>
            <a:off x="21590" y="123825"/>
            <a:ext cx="11985625" cy="757047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3. </a:t>
            </a:r>
            <a:r>
              <a:rPr kumimoji="0" lang="en-US" sz="1800" b="1" i="0" u="none" strike="noStrike" kern="1200" cap="none" spc="0" normalizeH="0" baseline="0" noProof="0" dirty="0">
                <a:ln>
                  <a:noFill/>
                </a:ln>
                <a:solidFill>
                  <a:prstClr val="black"/>
                </a:solidFill>
                <a:effectLst/>
                <a:uLnTx/>
                <a:uFillTx/>
                <a:latin typeface="Constantia"/>
                <a:ea typeface="+mn-ea"/>
                <a:cs typeface="+mn-cs"/>
              </a:rPr>
              <a:t>PAT (Port Address Translation) </a:t>
            </a:r>
            <a:r>
              <a:rPr kumimoji="0" lang="en-US" sz="1800" b="0" i="0" u="none" strike="noStrike" kern="1200" cap="none" spc="0" normalizeH="0" baseline="0" noProof="0" dirty="0">
                <a:ln>
                  <a:noFill/>
                </a:ln>
                <a:solidFill>
                  <a:prstClr val="black"/>
                </a:solidFill>
                <a:effectLst/>
                <a:uLnTx/>
                <a:uFillTx/>
                <a:latin typeface="Constantia"/>
                <a:ea typeface="+mn-ea"/>
                <a:cs typeface="+mn-cs"/>
              </a:rPr>
              <a:t>or :</a:t>
            </a:r>
            <a:r>
              <a:rPr kumimoji="0" lang="en-US" sz="1800" b="1" i="0" u="none" strike="noStrike" kern="1200" cap="none" spc="0" normalizeH="0" baseline="0" noProof="0" dirty="0">
                <a:ln>
                  <a:noFill/>
                </a:ln>
                <a:solidFill>
                  <a:prstClr val="black"/>
                </a:solidFill>
                <a:effectLst/>
                <a:uLnTx/>
                <a:uFillTx/>
                <a:latin typeface="Constantia"/>
                <a:ea typeface="+mn-ea"/>
                <a:cs typeface="+mn-cs"/>
              </a:rPr>
              <a:t>Overloading</a:t>
            </a: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PAT is the most common form of NAT.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It allows multiple devices on a private network to share a single public IP address by differentiating traffic using port numbers.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Each device is mapped to the same public IP but with a different port number.</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Most home and office networks use PAT because it allows multiple devices to share one public IP address.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Example: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Private IP: 192.168.1.10 → Public IP: 203.0.113.5:10001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Private IP: 192.168.1.11 → Public IP: 203.0.113.5:10002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Here, both devices are using the same public IP but with different port numbers (10001, 10002).</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5" name="Rectangle 4"/>
          <p:cNvSpPr/>
          <p:nvPr/>
        </p:nvSpPr>
        <p:spPr>
          <a:xfrm>
            <a:off x="566057" y="862148"/>
            <a:ext cx="11625943" cy="563118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How NAT Works (PAT Example</a:t>
            </a:r>
            <a:r>
              <a:rPr kumimoji="0" lang="en-US" sz="1800" b="0" i="0" u="none" strike="noStrike" kern="1200" cap="none" spc="0" normalizeH="0" baseline="0" noProof="0" dirty="0">
                <a:ln>
                  <a:noFill/>
                </a:ln>
                <a:solidFill>
                  <a:prstClr val="black"/>
                </a:solidFill>
                <a:effectLst/>
                <a:uLnTx/>
                <a:uFillTx/>
                <a:latin typeface="Constantia"/>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Device makes a request</a:t>
            </a:r>
            <a:r>
              <a:rPr kumimoji="0" lang="en-US" sz="1800" b="0" i="0" u="none" strike="noStrike" kern="1200" cap="none" spc="0" normalizeH="0" baseline="0" noProof="0" dirty="0">
                <a:ln>
                  <a:noFill/>
                </a:ln>
                <a:solidFill>
                  <a:prstClr val="black"/>
                </a:solidFill>
                <a:effectLst/>
                <a:uLnTx/>
                <a:uFillTx/>
                <a:latin typeface="Constantia"/>
                <a:ea typeface="+mn-ea"/>
                <a:cs typeface="+mn-cs"/>
              </a:rPr>
              <a:t>: A device with a private IP address (192.168.1.10) makes a request to a web server on the internet.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NAT modifies the packet</a:t>
            </a:r>
            <a:r>
              <a:rPr kumimoji="0" lang="en-US" sz="1800" b="0" i="0" u="none" strike="noStrike" kern="1200" cap="none" spc="0" normalizeH="0" baseline="0" noProof="0" dirty="0">
                <a:ln>
                  <a:noFill/>
                </a:ln>
                <a:solidFill>
                  <a:prstClr val="black"/>
                </a:solidFill>
                <a:effectLst/>
                <a:uLnTx/>
                <a:uFillTx/>
                <a:latin typeface="Constantia"/>
                <a:ea typeface="+mn-ea"/>
                <a:cs typeface="+mn-cs"/>
              </a:rPr>
              <a:t>: The router changes the source IP address from 192.168.1.10 to its public IP address (203.0.113.5), and also assigns a port number (e.g., 203.0.113.5:10001).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Router forwards the request</a:t>
            </a:r>
            <a:r>
              <a:rPr kumimoji="0" lang="en-US" sz="1800" b="0" i="0" u="none" strike="noStrike" kern="1200" cap="none" spc="0" normalizeH="0" baseline="0" noProof="0" dirty="0">
                <a:ln>
                  <a:noFill/>
                </a:ln>
                <a:solidFill>
                  <a:prstClr val="black"/>
                </a:solidFill>
                <a:effectLst/>
                <a:uLnTx/>
                <a:uFillTx/>
                <a:latin typeface="Constantia"/>
                <a:ea typeface="+mn-ea"/>
                <a:cs typeface="+mn-cs"/>
              </a:rPr>
              <a:t>: The router sends the request to the web server.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Response returns: The web server responds to the public IP address and port (203.0.113.5:10001).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NAT reverses the translation</a:t>
            </a:r>
            <a:r>
              <a:rPr kumimoji="0" lang="en-US" sz="1800" b="0" i="0" u="none" strike="noStrike" kern="1200" cap="none" spc="0" normalizeH="0" baseline="0" noProof="0" dirty="0">
                <a:ln>
                  <a:noFill/>
                </a:ln>
                <a:solidFill>
                  <a:prstClr val="black"/>
                </a:solidFill>
                <a:effectLst/>
                <a:uLnTx/>
                <a:uFillTx/>
                <a:latin typeface="Constantia"/>
                <a:ea typeface="+mn-ea"/>
                <a:cs typeface="+mn-cs"/>
              </a:rPr>
              <a:t>: When the router receives the response, it looks up its NAT table to see which private IP corresponds to the port number. It then forwards the response back to the internal device (192.168.1.10).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NAT Example in Action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Consider a home network where three devices (PC, phone, and tablet) are using private IPs (e.g., 192.168.1.2, 192.168.1.3, 192.168.1.4) behind a router with a single public IP (203.0.113.5).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When each device connects to the internet, NAT on the router maps their private IPs to the public IP but assigns different port numbers to differentiate the sessions.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PC (192.168.1.2) → Public IP (203.0.113.5:10001)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Phone (192.168.1.3) → Public IP (203.0.113.5:10002)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Tablet (192.168.1.4) → Public IP (203.0.113.5:10003)</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Rectangle 3"/>
          <p:cNvSpPr/>
          <p:nvPr/>
        </p:nvSpPr>
        <p:spPr>
          <a:xfrm>
            <a:off x="391885" y="711152"/>
            <a:ext cx="11625943" cy="590804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Advantages of NAT</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IP Address Conservation</a:t>
            </a:r>
            <a:r>
              <a:rPr kumimoji="0" lang="en-US" sz="1800" b="0" i="0" u="none" strike="noStrike" kern="1200" cap="none" spc="0" normalizeH="0" baseline="0" noProof="0" dirty="0">
                <a:ln>
                  <a:noFill/>
                </a:ln>
                <a:solidFill>
                  <a:prstClr val="black"/>
                </a:solidFill>
                <a:effectLst/>
                <a:uLnTx/>
                <a:uFillTx/>
                <a:latin typeface="Constantia"/>
                <a:ea typeface="+mn-ea"/>
                <a:cs typeface="+mn-cs"/>
              </a:rPr>
              <a:t>: NAT allows the use of fewer public IPs by sharing one public IP address among many internal devices.</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Security</a:t>
            </a:r>
            <a:r>
              <a:rPr kumimoji="0" lang="en-US" sz="1800" b="0" i="0" u="none" strike="noStrike" kern="1200" cap="none" spc="0" normalizeH="0" baseline="0" noProof="0" dirty="0">
                <a:ln>
                  <a:noFill/>
                </a:ln>
                <a:solidFill>
                  <a:prstClr val="black"/>
                </a:solidFill>
                <a:effectLst/>
                <a:uLnTx/>
                <a:uFillTx/>
                <a:latin typeface="Constantia"/>
                <a:ea typeface="+mn-ea"/>
                <a:cs typeface="+mn-cs"/>
              </a:rPr>
              <a:t>: NAT hides the internal network structure, as external devices only see the public IP. This adds a layer of security by not exposing the private IP addresses of individual devices.</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Network Flexibility</a:t>
            </a:r>
            <a:r>
              <a:rPr kumimoji="0" lang="en-US" sz="1800" b="0" i="0" u="none" strike="noStrike" kern="1200" cap="none" spc="0" normalizeH="0" baseline="0" noProof="0" dirty="0">
                <a:ln>
                  <a:noFill/>
                </a:ln>
                <a:solidFill>
                  <a:prstClr val="black"/>
                </a:solidFill>
                <a:effectLst/>
                <a:uLnTx/>
                <a:uFillTx/>
                <a:latin typeface="Constantia"/>
                <a:ea typeface="+mn-ea"/>
                <a:cs typeface="+mn-cs"/>
              </a:rPr>
              <a:t>: NAT allows private IP addresses to be reused in different networks without conflict, helping with IPv4 address exhaustion.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Disadvantages of NAT</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Complicates Peer-to-Peer Communication</a:t>
            </a:r>
            <a:r>
              <a:rPr kumimoji="0" lang="en-US" sz="1800" b="0" i="0" u="none" strike="noStrike" kern="1200" cap="none" spc="0" normalizeH="0" baseline="0" noProof="0" dirty="0">
                <a:ln>
                  <a:noFill/>
                </a:ln>
                <a:solidFill>
                  <a:prstClr val="black"/>
                </a:solidFill>
                <a:effectLst/>
                <a:uLnTx/>
                <a:uFillTx/>
                <a:latin typeface="Constantia"/>
                <a:ea typeface="+mn-ea"/>
                <a:cs typeface="+mn-cs"/>
              </a:rPr>
              <a:t>: NAT can make direct communication between two devices (such as in VoIP or online gaming) more complex because both devices are hidden behind their respective NAT routers.</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Latency</a:t>
            </a:r>
            <a:r>
              <a:rPr kumimoji="0" lang="en-US" sz="1800" b="0" i="0" u="none" strike="noStrike" kern="1200" cap="none" spc="0" normalizeH="0" baseline="0" noProof="0" dirty="0">
                <a:ln>
                  <a:noFill/>
                </a:ln>
                <a:solidFill>
                  <a:prstClr val="black"/>
                </a:solidFill>
                <a:effectLst/>
                <a:uLnTx/>
                <a:uFillTx/>
                <a:latin typeface="Constantia"/>
                <a:ea typeface="+mn-ea"/>
                <a:cs typeface="+mn-cs"/>
              </a:rPr>
              <a:t>: NAT introduces additional processing, which can introduce a small delay in packet transmission.</a:t>
            </a:r>
          </a:p>
          <a:p>
            <a:pPr marL="0" marR="0" lvl="0" indent="0" algn="l" defTabSz="914400" rtl="0" eaLnBrk="1" fontAlgn="auto" latinLnBrk="0" hangingPunct="1">
              <a:lnSpc>
                <a:spcPct val="150000"/>
              </a:lnSpc>
              <a:spcBef>
                <a:spcPts val="0"/>
              </a:spcBef>
              <a:spcAft>
                <a:spcPts val="0"/>
              </a:spcAft>
              <a:buClrTx/>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NAT Traversal Issues</a:t>
            </a:r>
            <a:r>
              <a:rPr kumimoji="0" lang="en-US" sz="1800" b="0" i="0" u="none" strike="noStrike" kern="1200" cap="none" spc="0" normalizeH="0" baseline="0" noProof="0" dirty="0">
                <a:ln>
                  <a:noFill/>
                </a:ln>
                <a:solidFill>
                  <a:prstClr val="black"/>
                </a:solidFill>
                <a:effectLst/>
                <a:uLnTx/>
                <a:uFillTx/>
                <a:latin typeface="Constantia"/>
                <a:ea typeface="+mn-ea"/>
                <a:cs typeface="+mn-cs"/>
              </a:rPr>
              <a:t>: Certain applications, especially those requiring direct connections (like VPNs, peer-to-peer applications), may face issues when working across NAT, requiring additional configurations like </a:t>
            </a:r>
            <a:r>
              <a:rPr kumimoji="0" lang="en-US" sz="1800" b="1" i="0" u="none" strike="noStrike" kern="1200" cap="none" spc="0" normalizeH="0" baseline="0" noProof="0" dirty="0">
                <a:ln>
                  <a:noFill/>
                </a:ln>
                <a:solidFill>
                  <a:prstClr val="black"/>
                </a:solidFill>
                <a:effectLst/>
                <a:uLnTx/>
                <a:uFillTx/>
                <a:latin typeface="Constantia"/>
                <a:ea typeface="+mn-ea"/>
                <a:cs typeface="+mn-cs"/>
              </a:rPr>
              <a:t>port forwarding</a:t>
            </a:r>
            <a:r>
              <a:rPr kumimoji="0" lang="en-US" sz="1800" b="0" i="0" u="none" strike="noStrike" kern="1200" cap="none" spc="0" normalizeH="0" baseline="0" noProof="0" dirty="0">
                <a:ln>
                  <a:noFill/>
                </a:ln>
                <a:solidFill>
                  <a:prstClr val="black"/>
                </a:solidFill>
                <a:effectLst/>
                <a:uLnTx/>
                <a:uFillTx/>
                <a:latin typeface="Constantia"/>
                <a:ea typeface="+mn-ea"/>
                <a:cs typeface="+mn-cs"/>
              </a:rPr>
              <a:t> or </a:t>
            </a:r>
            <a:r>
              <a:rPr kumimoji="0" lang="en-US" sz="1800" b="1" i="0" u="none" strike="noStrike" kern="1200" cap="none" spc="0" normalizeH="0" baseline="0" noProof="0" dirty="0">
                <a:ln>
                  <a:noFill/>
                </a:ln>
                <a:solidFill>
                  <a:prstClr val="black"/>
                </a:solidFill>
                <a:effectLst/>
                <a:uLnTx/>
                <a:uFillTx/>
                <a:latin typeface="Constantia"/>
                <a:ea typeface="+mn-ea"/>
                <a:cs typeface="+mn-cs"/>
              </a:rPr>
              <a:t>UPnP</a:t>
            </a:r>
            <a:r>
              <a:rPr kumimoji="0" lang="en-US" sz="1800" b="0" i="0" u="none" strike="noStrike" kern="1200" cap="none" spc="0" normalizeH="0" baseline="0" noProof="0" dirty="0">
                <a:ln>
                  <a:noFill/>
                </a:ln>
                <a:solidFill>
                  <a:prstClr val="black"/>
                </a:solidFill>
                <a:effectLst/>
                <a:uLnTx/>
                <a:uFillTx/>
                <a:latin typeface="Constantia"/>
                <a:ea typeface="+mn-ea"/>
                <a:cs typeface="+mn-cs"/>
              </a:rPr>
              <a:t>.</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6" name="Rectangle 5"/>
          <p:cNvSpPr/>
          <p:nvPr/>
        </p:nvSpPr>
        <p:spPr>
          <a:xfrm>
            <a:off x="1497760" y="449302"/>
            <a:ext cx="2827655" cy="506730"/>
          </a:xfrm>
          <a:prstGeom prst="rect">
            <a:avLst/>
          </a:prstGeom>
        </p:spPr>
        <p:txBody>
          <a:bodyPr wrap="non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onstantia"/>
                <a:ea typeface="+mn-ea"/>
                <a:cs typeface="+mn-cs"/>
              </a:rPr>
              <a:t>NAT CONFIGURATIONS </a:t>
            </a:r>
          </a:p>
        </p:txBody>
      </p:sp>
      <p:sp>
        <p:nvSpPr>
          <p:cNvPr id="7" name="Rectangle 6"/>
          <p:cNvSpPr/>
          <p:nvPr/>
        </p:nvSpPr>
        <p:spPr>
          <a:xfrm>
            <a:off x="470263" y="1219201"/>
            <a:ext cx="11016342" cy="53079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a single private IP is mapped to a single public IP address. This is often used for services like web or mail servers that need to be accessible from the internet.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 interface GigabitEthernet0/0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-if)# </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500" b="0" i="0" u="none" strike="noStrike" kern="1200" cap="none" spc="0" normalizeH="0" baseline="0" noProof="0" dirty="0">
                <a:ln>
                  <a:noFill/>
                </a:ln>
                <a:solidFill>
                  <a:prstClr val="black"/>
                </a:solidFill>
                <a:effectLst/>
                <a:uLnTx/>
                <a:uFillTx/>
                <a:latin typeface="Constantia"/>
                <a:ea typeface="+mn-ea"/>
                <a:cs typeface="+mn-cs"/>
              </a:rPr>
              <a:t> address 192.168.1.1 255.255.255.0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-if)# exit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 interface GigabitEthernet0/1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-if)# </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500" b="0" i="0" u="none" strike="noStrike" kern="1200" cap="none" spc="0" normalizeH="0" baseline="0" noProof="0" dirty="0">
                <a:ln>
                  <a:noFill/>
                </a:ln>
                <a:solidFill>
                  <a:prstClr val="black"/>
                </a:solidFill>
                <a:effectLst/>
                <a:uLnTx/>
                <a:uFillTx/>
                <a:latin typeface="Constantia"/>
                <a:ea typeface="+mn-ea"/>
                <a:cs typeface="+mn-cs"/>
              </a:rPr>
              <a:t> address 203.0.113.2  255.255.255.0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-if)# exit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 Create the Static NAT mapping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Router(config)# </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500" b="0" i="0" u="none" strike="noStrike" kern="1200" cap="none" spc="0" normalizeH="0" baseline="0" noProof="0" dirty="0">
                <a:ln>
                  <a:noFill/>
                </a:ln>
                <a:solidFill>
                  <a:prstClr val="black"/>
                </a:solidFill>
                <a:effectLst/>
                <a:uLnTx/>
                <a:uFillTx/>
                <a:latin typeface="Constantia"/>
                <a:ea typeface="+mn-ea"/>
                <a:cs typeface="+mn-cs"/>
              </a:rPr>
              <a:t> </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500" b="0" i="0" u="none" strike="noStrike" kern="1200" cap="none" spc="0" normalizeH="0" baseline="0" noProof="0" dirty="0">
                <a:ln>
                  <a:noFill/>
                </a:ln>
                <a:solidFill>
                  <a:prstClr val="black"/>
                </a:solidFill>
                <a:effectLst/>
                <a:uLnTx/>
                <a:uFillTx/>
                <a:latin typeface="Constantia"/>
                <a:ea typeface="+mn-ea"/>
                <a:cs typeface="+mn-cs"/>
              </a:rPr>
              <a:t> inside source static 192.168.1.10 203.0.113.5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 Specify which interfaces are inside (LAN) and outside (WAN)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 interface GigabitEthernet0/0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-if)# </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500" b="0" i="0" u="none" strike="noStrike" kern="1200" cap="none" spc="0" normalizeH="0" baseline="0" noProof="0" dirty="0">
                <a:ln>
                  <a:noFill/>
                </a:ln>
                <a:solidFill>
                  <a:prstClr val="black"/>
                </a:solidFill>
                <a:effectLst/>
                <a:uLnTx/>
                <a:uFillTx/>
                <a:latin typeface="Constantia"/>
                <a:ea typeface="+mn-ea"/>
                <a:cs typeface="+mn-cs"/>
              </a:rPr>
              <a:t> </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500" b="0" i="0" u="none" strike="noStrike" kern="1200" cap="none" spc="0" normalizeH="0" baseline="0" noProof="0" dirty="0">
                <a:ln>
                  <a:noFill/>
                </a:ln>
                <a:solidFill>
                  <a:prstClr val="black"/>
                </a:solidFill>
                <a:effectLst/>
                <a:uLnTx/>
                <a:uFillTx/>
                <a:latin typeface="Constantia"/>
                <a:ea typeface="+mn-ea"/>
                <a:cs typeface="+mn-cs"/>
              </a:rPr>
              <a:t> inside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-if)# exit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 interface GigabitEthernet0/1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-if)# </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500" b="0" i="0" u="none" strike="noStrike" kern="1200" cap="none" spc="0" normalizeH="0" baseline="0" noProof="0" dirty="0">
                <a:ln>
                  <a:noFill/>
                </a:ln>
                <a:solidFill>
                  <a:prstClr val="black"/>
                </a:solidFill>
                <a:effectLst/>
                <a:uLnTx/>
                <a:uFillTx/>
                <a:latin typeface="Constantia"/>
                <a:ea typeface="+mn-ea"/>
                <a:cs typeface="+mn-cs"/>
              </a:rPr>
              <a:t> </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500" b="0" i="0" u="none" strike="noStrike" kern="1200" cap="none" spc="0" normalizeH="0" baseline="0" noProof="0" dirty="0">
                <a:ln>
                  <a:noFill/>
                </a:ln>
                <a:solidFill>
                  <a:prstClr val="black"/>
                </a:solidFill>
                <a:effectLst/>
                <a:uLnTx/>
                <a:uFillTx/>
                <a:latin typeface="Constantia"/>
                <a:ea typeface="+mn-ea"/>
                <a:cs typeface="+mn-cs"/>
              </a:rPr>
              <a:t> outside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Constantia"/>
                <a:ea typeface="+mn-ea"/>
                <a:cs typeface="+mn-cs"/>
              </a:rPr>
              <a:t>Router(</a:t>
            </a:r>
            <a:r>
              <a:rPr kumimoji="0" lang="en-US" sz="1500" b="0" i="0" u="none" strike="noStrike" kern="1200" cap="none" spc="0" normalizeH="0" baseline="0" noProof="0" dirty="0" err="1">
                <a:ln>
                  <a:noFill/>
                </a:ln>
                <a:solidFill>
                  <a:prstClr val="black"/>
                </a:solidFill>
                <a:effectLst/>
                <a:uLnTx/>
                <a:uFillTx/>
                <a:latin typeface="Constantia"/>
                <a:ea typeface="+mn-ea"/>
                <a:cs typeface="+mn-cs"/>
              </a:rPr>
              <a:t>config</a:t>
            </a:r>
            <a:r>
              <a:rPr kumimoji="0" lang="en-US" sz="1500" b="0" i="0" u="none" strike="noStrike" kern="1200" cap="none" spc="0" normalizeH="0" baseline="0" noProof="0" dirty="0">
                <a:ln>
                  <a:noFill/>
                </a:ln>
                <a:solidFill>
                  <a:prstClr val="black"/>
                </a:solidFill>
                <a:effectLst/>
                <a:uLnTx/>
                <a:uFillTx/>
                <a:latin typeface="Constantia"/>
                <a:ea typeface="+mn-ea"/>
                <a:cs typeface="+mn-cs"/>
              </a:rPr>
              <a:t>-if)# exit</a:t>
            </a: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p:txBody>
      </p:sp>
      <p:sp>
        <p:nvSpPr>
          <p:cNvPr id="8" name="Rectangle 7"/>
          <p:cNvSpPr/>
          <p:nvPr/>
        </p:nvSpPr>
        <p:spPr>
          <a:xfrm>
            <a:off x="5991497" y="2723495"/>
            <a:ext cx="6096000" cy="1753235"/>
          </a:xfrm>
          <a:prstGeom prst="rect">
            <a:avLst/>
          </a:prstGeom>
        </p:spPr>
        <p:txBody>
          <a:bodyPr>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In this configuration: Private IP 192.168.1.10 is mapped to the public IP 203.0.113.5.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Devices outside the network can access the internal device at 192.168.1.10 using 203.0.113.5</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3" name="Rectangle 2"/>
          <p:cNvSpPr/>
          <p:nvPr/>
        </p:nvSpPr>
        <p:spPr>
          <a:xfrm>
            <a:off x="309349" y="192795"/>
            <a:ext cx="6227930" cy="7847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Static NAT maps a single internal (private) IP address to a single external (public) IP address. This is commonly used for servers that need a consistent public IP.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Example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Inside Local (Private IP): 192.168.1.10Inside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Global (Public IP): 203.0.113.10</a:t>
            </a: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interface GigabitEthernet0/0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address 192.168.1.1 255.255.255.0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800" b="0" i="0" u="none" strike="noStrike" kern="1200" cap="none" spc="0" normalizeH="0" baseline="0" noProof="0" dirty="0">
                <a:ln>
                  <a:noFill/>
                </a:ln>
                <a:solidFill>
                  <a:prstClr val="black"/>
                </a:solidFill>
                <a:effectLst/>
                <a:uLnTx/>
                <a:uFillTx/>
                <a:latin typeface="Constantia"/>
                <a:ea typeface="+mn-ea"/>
                <a:cs typeface="+mn-cs"/>
              </a:rPr>
              <a:t> inside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interface GigabitEthernet0/1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address 203.0.113.1 255.255.255.0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800" b="0" i="0" u="none" strike="noStrike" kern="1200" cap="none" spc="0" normalizeH="0" baseline="0" noProof="0" dirty="0">
                <a:ln>
                  <a:noFill/>
                </a:ln>
                <a:solidFill>
                  <a:prstClr val="black"/>
                </a:solidFill>
                <a:effectLst/>
                <a:uLnTx/>
                <a:uFillTx/>
                <a:latin typeface="Constantia"/>
                <a:ea typeface="+mn-ea"/>
                <a:cs typeface="+mn-cs"/>
              </a:rPr>
              <a:t> outside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800" b="0" i="0" u="none" strike="noStrike" kern="1200" cap="none" spc="0" normalizeH="0" baseline="0" noProof="0" dirty="0">
                <a:ln>
                  <a:noFill/>
                </a:ln>
                <a:solidFill>
                  <a:prstClr val="black"/>
                </a:solidFill>
                <a:effectLst/>
                <a:uLnTx/>
                <a:uFillTx/>
                <a:latin typeface="Constantia"/>
                <a:ea typeface="+mn-ea"/>
                <a:cs typeface="+mn-cs"/>
              </a:rPr>
              <a:t> inside source static 192.168.1.10 203.0.113.10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Tx/>
              <a:buAutoNum type="arabicPeriod"/>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p:txBody>
      </p:sp>
      <p:sp>
        <p:nvSpPr>
          <p:cNvPr id="4" name="Rectangle 3"/>
          <p:cNvSpPr/>
          <p:nvPr/>
        </p:nvSpPr>
        <p:spPr>
          <a:xfrm>
            <a:off x="6364406" y="2922348"/>
            <a:ext cx="5386316" cy="258445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800" b="0" i="0" u="none" strike="noStrike" kern="1200" cap="none" spc="0" normalizeH="0" baseline="0" noProof="0" dirty="0">
                <a:ln>
                  <a:noFill/>
                </a:ln>
                <a:solidFill>
                  <a:prstClr val="black"/>
                </a:solidFill>
                <a:effectLst/>
                <a:uLnTx/>
                <a:uFillTx/>
                <a:latin typeface="Constantia"/>
                <a:ea typeface="+mn-ea"/>
                <a:cs typeface="+mn-cs"/>
              </a:rPr>
              <a:t> inside source static 192.168.1.10 203.0.113.10: Maps the internal IP 192.168.1.10 to the external IP 203.0.113.10.</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Traffic from 192.168.1.10 going outside will be seen as 203.0.113.10, and incoming traffic to 203.0.113.10 will be directed to 192.168.1.10.</a:t>
            </a: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3" name="Rectangle 2"/>
          <p:cNvSpPr/>
          <p:nvPr/>
        </p:nvSpPr>
        <p:spPr>
          <a:xfrm>
            <a:off x="204716" y="104632"/>
            <a:ext cx="8402472" cy="563118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Dynamic NAT maps a pool of internal (private) IP addresses to a pool of external (public) IP addresses. 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his is used when multiple devices need access to the Internet but don’t need a consistent IP address.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Example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Inside Network: 192.168.1.0/24     Public IP Pool: 203.0.113.10 to 203.0.113.20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interface GigabitEthernet0/0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AU" sz="1800" b="0" i="0" u="none" strike="noStrike" kern="1200" cap="none" spc="0" normalizeH="0" baseline="0" noProof="0" dirty="0">
                <a:ln>
                  <a:noFill/>
                </a:ln>
                <a:solidFill>
                  <a:prstClr val="black"/>
                </a:solidFill>
                <a:effectLst/>
                <a:uLnTx/>
                <a:uFillTx/>
                <a:latin typeface="Constantia"/>
                <a:ea typeface="+mn-ea"/>
                <a:cs typeface="+mn-cs"/>
              </a:rPr>
              <a:t> address 192.168.1.1 255.255.255.0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AU" sz="1800" b="0" i="0" u="none" strike="noStrike" kern="1200" cap="none" spc="0" normalizeH="0" baseline="0" noProof="0" dirty="0">
                <a:ln>
                  <a:noFill/>
                </a:ln>
                <a:solidFill>
                  <a:prstClr val="black"/>
                </a:solidFill>
                <a:effectLst/>
                <a:uLnTx/>
                <a:uFillTx/>
                <a:latin typeface="Constantia"/>
                <a:ea typeface="+mn-ea"/>
                <a:cs typeface="+mn-cs"/>
              </a:rPr>
              <a:t> inside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interface GigabitEthernet0/1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AU" sz="1800" b="0" i="0" u="none" strike="noStrike" kern="1200" cap="none" spc="0" normalizeH="0" baseline="0" noProof="0" dirty="0">
                <a:ln>
                  <a:noFill/>
                </a:ln>
                <a:solidFill>
                  <a:prstClr val="black"/>
                </a:solidFill>
                <a:effectLst/>
                <a:uLnTx/>
                <a:uFillTx/>
                <a:latin typeface="Constantia"/>
                <a:ea typeface="+mn-ea"/>
                <a:cs typeface="+mn-cs"/>
              </a:rPr>
              <a:t> address 203.0.113.1 255.255.255.0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AU" sz="1800" b="0" i="0" u="none" strike="noStrike" kern="1200" cap="none" spc="0" normalizeH="0" baseline="0" noProof="0" dirty="0">
                <a:ln>
                  <a:noFill/>
                </a:ln>
                <a:solidFill>
                  <a:prstClr val="black"/>
                </a:solidFill>
                <a:effectLst/>
                <a:uLnTx/>
                <a:uFillTx/>
                <a:latin typeface="Constantia"/>
                <a:ea typeface="+mn-ea"/>
                <a:cs typeface="+mn-cs"/>
              </a:rPr>
              <a:t> outside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AU" sz="1800" b="0" i="0" u="none" strike="noStrike" kern="1200" cap="none" spc="0" normalizeH="0" baseline="0" noProof="0" dirty="0">
                <a:ln>
                  <a:noFill/>
                </a:ln>
                <a:solidFill>
                  <a:prstClr val="black"/>
                </a:solidFill>
                <a:effectLst/>
                <a:uLnTx/>
                <a:uFillTx/>
                <a:latin typeface="Constantia"/>
                <a:ea typeface="+mn-ea"/>
                <a:cs typeface="+mn-cs"/>
              </a:rPr>
              <a:t> pool PUBLIC_POOL 203.0.113.10 203.0.113.20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netmask</a:t>
            </a:r>
            <a:r>
              <a:rPr kumimoji="0" lang="en-AU" sz="1800" b="0" i="0" u="none" strike="noStrike" kern="1200" cap="none" spc="0" normalizeH="0" baseline="0" noProof="0" dirty="0">
                <a:ln>
                  <a:noFill/>
                </a:ln>
                <a:solidFill>
                  <a:prstClr val="black"/>
                </a:solidFill>
                <a:effectLst/>
                <a:uLnTx/>
                <a:uFillTx/>
                <a:latin typeface="Constantia"/>
                <a:ea typeface="+mn-ea"/>
                <a:cs typeface="+mn-cs"/>
              </a:rPr>
              <a:t> 255.255.255.0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AU" sz="1800" b="0" i="0" u="none" strike="noStrike" kern="1200" cap="none" spc="0" normalizeH="0" baseline="0" noProof="0" dirty="0">
                <a:ln>
                  <a:noFill/>
                </a:ln>
                <a:solidFill>
                  <a:prstClr val="black"/>
                </a:solidFill>
                <a:effectLst/>
                <a:uLnTx/>
                <a:uFillTx/>
                <a:latin typeface="Constantia"/>
                <a:ea typeface="+mn-ea"/>
                <a:cs typeface="+mn-cs"/>
              </a:rPr>
              <a:t> inside source list 1 pool PUBLIC_POOL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access-list 1 permit 192.168.1.0 0.0.0.255</a:t>
            </a:r>
          </a:p>
        </p:txBody>
      </p:sp>
      <p:sp>
        <p:nvSpPr>
          <p:cNvPr id="4" name="Rectangle 3"/>
          <p:cNvSpPr/>
          <p:nvPr/>
        </p:nvSpPr>
        <p:spPr>
          <a:xfrm>
            <a:off x="8002137" y="572912"/>
            <a:ext cx="3930556" cy="452310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800" b="0" i="0" u="none" strike="noStrike" kern="1200" cap="none" spc="0" normalizeH="0" baseline="0" noProof="0" dirty="0">
                <a:ln>
                  <a:noFill/>
                </a:ln>
                <a:solidFill>
                  <a:prstClr val="black"/>
                </a:solidFill>
                <a:effectLst/>
                <a:uLnTx/>
                <a:uFillTx/>
                <a:latin typeface="Constantia"/>
                <a:ea typeface="+mn-ea"/>
                <a:cs typeface="+mn-cs"/>
              </a:rPr>
              <a:t> pool PUBLIC_POOL 203.0.113.10 203.0.113.20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netmask</a:t>
            </a:r>
            <a:r>
              <a:rPr kumimoji="0" lang="en-US" sz="1800" b="0" i="0" u="none" strike="noStrike" kern="1200" cap="none" spc="0" normalizeH="0" baseline="0" noProof="0" dirty="0">
                <a:ln>
                  <a:noFill/>
                </a:ln>
                <a:solidFill>
                  <a:prstClr val="black"/>
                </a:solidFill>
                <a:effectLst/>
                <a:uLnTx/>
                <a:uFillTx/>
                <a:latin typeface="Constantia"/>
                <a:ea typeface="+mn-ea"/>
                <a:cs typeface="+mn-cs"/>
              </a:rPr>
              <a:t> 255.255.255.0: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Defines a pool of public IP addresses.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800" b="0" i="0" u="none" strike="noStrike" kern="1200" cap="none" spc="0" normalizeH="0" baseline="0" noProof="0" dirty="0">
                <a:ln>
                  <a:noFill/>
                </a:ln>
                <a:solidFill>
                  <a:prstClr val="black"/>
                </a:solidFill>
                <a:effectLst/>
                <a:uLnTx/>
                <a:uFillTx/>
                <a:latin typeface="Constantia"/>
                <a:ea typeface="+mn-ea"/>
                <a:cs typeface="+mn-cs"/>
              </a:rPr>
              <a:t> inside source list 1 pool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PUBLIC_POOL: Maps the access list to the public IP pool for NAT translation.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access-list 1 permit 192.168.1.0 0.0.0.255: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Allows IP addresses in the 192.168.1.0/24 subnet to be translated.</a:t>
            </a: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3" name="Rectangle 2"/>
          <p:cNvSpPr/>
          <p:nvPr/>
        </p:nvSpPr>
        <p:spPr>
          <a:xfrm>
            <a:off x="386686" y="497595"/>
            <a:ext cx="7333398" cy="53543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PAT (Port Address Translation)PAT allows multiple internal IP addresses to share a single external IP address by using different port numbers.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This is commonly used when there are limited public IPs available.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Example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Inside Network: 192.168.1.0/24</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Single Public IP: 203.0.113.10</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interface GigabitEthernet0/0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address 192.168.1.1 255.255.255.0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800" b="0" i="0" u="none" strike="noStrike" kern="1200" cap="none" spc="0" normalizeH="0" baseline="0" noProof="0" dirty="0">
                <a:ln>
                  <a:noFill/>
                </a:ln>
                <a:solidFill>
                  <a:prstClr val="black"/>
                </a:solidFill>
                <a:effectLst/>
                <a:uLnTx/>
                <a:uFillTx/>
                <a:latin typeface="Constantia"/>
                <a:ea typeface="+mn-ea"/>
                <a:cs typeface="+mn-cs"/>
              </a:rPr>
              <a:t> inside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interface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interface</a:t>
            </a:r>
            <a:r>
              <a:rPr kumimoji="0" lang="en-US" sz="1800" b="0" i="0" u="none" strike="noStrike" kern="1200" cap="none" spc="0" normalizeH="0" baseline="0" noProof="0" dirty="0">
                <a:ln>
                  <a:noFill/>
                </a:ln>
                <a:solidFill>
                  <a:prstClr val="black"/>
                </a:solidFill>
                <a:effectLst/>
                <a:uLnTx/>
                <a:uFillTx/>
                <a:latin typeface="Constantia"/>
                <a:ea typeface="+mn-ea"/>
                <a:cs typeface="+mn-cs"/>
              </a:rPr>
              <a:t> GigabitEthernet0/1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address 203.0.113.10 255.255.255.0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800" b="0" i="0" u="none" strike="noStrike" kern="1200" cap="none" spc="0" normalizeH="0" baseline="0" noProof="0" dirty="0">
                <a:ln>
                  <a:noFill/>
                </a:ln>
                <a:solidFill>
                  <a:prstClr val="black"/>
                </a:solidFill>
                <a:effectLst/>
                <a:uLnTx/>
                <a:uFillTx/>
                <a:latin typeface="Constantia"/>
                <a:ea typeface="+mn-ea"/>
                <a:cs typeface="+mn-cs"/>
              </a:rPr>
              <a:t> outside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1800" b="0" i="0" u="none" strike="noStrike" kern="1200" cap="none" spc="0" normalizeH="0" baseline="0" noProof="0" dirty="0">
                <a:ln>
                  <a:noFill/>
                </a:ln>
                <a:solidFill>
                  <a:prstClr val="black"/>
                </a:solidFill>
                <a:effectLst/>
                <a:uLnTx/>
                <a:uFillTx/>
                <a:latin typeface="Constantia"/>
                <a:ea typeface="+mn-ea"/>
                <a:cs typeface="+mn-cs"/>
              </a:rPr>
              <a:t> </a:t>
            </a:r>
            <a:r>
              <a:rPr kumimoji="0" lang="en-US"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US" sz="1800" b="0" i="0" u="none" strike="noStrike" kern="1200" cap="none" spc="0" normalizeH="0" baseline="0" noProof="0" dirty="0">
                <a:ln>
                  <a:noFill/>
                </a:ln>
                <a:solidFill>
                  <a:prstClr val="black"/>
                </a:solidFill>
                <a:effectLst/>
                <a:uLnTx/>
                <a:uFillTx/>
                <a:latin typeface="Constantia"/>
                <a:ea typeface="+mn-ea"/>
                <a:cs typeface="+mn-cs"/>
              </a:rPr>
              <a:t> inside source list 1 interface GigabitEthernet0/1 overload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a:ea typeface="+mn-ea"/>
                <a:cs typeface="+mn-cs"/>
              </a:rPr>
              <a:t>access-list 1 permit 192.168.1.0 0.0.0.255</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p:txBody>
      </p:sp>
      <p:sp>
        <p:nvSpPr>
          <p:cNvPr id="4" name="Rectangle 3"/>
          <p:cNvSpPr/>
          <p:nvPr/>
        </p:nvSpPr>
        <p:spPr>
          <a:xfrm>
            <a:off x="7501719" y="1005091"/>
            <a:ext cx="4130723" cy="34150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err="1">
                <a:ln>
                  <a:noFill/>
                </a:ln>
                <a:solidFill>
                  <a:prstClr val="black"/>
                </a:solidFill>
                <a:effectLst/>
                <a:uLnTx/>
                <a:uFillTx/>
                <a:latin typeface="Constantia"/>
                <a:ea typeface="+mn-ea"/>
                <a:cs typeface="+mn-cs"/>
              </a:rPr>
              <a:t>ip</a:t>
            </a:r>
            <a:r>
              <a:rPr kumimoji="0" lang="en-AU" sz="1800" b="0" i="0" u="none" strike="noStrike" kern="1200" cap="none" spc="0" normalizeH="0" baseline="0" noProof="0" dirty="0">
                <a:ln>
                  <a:noFill/>
                </a:ln>
                <a:solidFill>
                  <a:prstClr val="black"/>
                </a:solidFill>
                <a:effectLst/>
                <a:uLnTx/>
                <a:uFillTx/>
                <a:latin typeface="Constantia"/>
                <a:ea typeface="+mn-ea"/>
                <a:cs typeface="+mn-cs"/>
              </a:rPr>
              <a:t> </a:t>
            </a:r>
            <a:r>
              <a:rPr kumimoji="0" lang="en-AU" sz="1800" b="0" i="0" u="none" strike="noStrike" kern="1200" cap="none" spc="0" normalizeH="0" baseline="0" noProof="0" dirty="0" err="1">
                <a:ln>
                  <a:noFill/>
                </a:ln>
                <a:solidFill>
                  <a:prstClr val="black"/>
                </a:solidFill>
                <a:effectLst/>
                <a:uLnTx/>
                <a:uFillTx/>
                <a:latin typeface="Constantia"/>
                <a:ea typeface="+mn-ea"/>
                <a:cs typeface="+mn-cs"/>
              </a:rPr>
              <a:t>nat</a:t>
            </a:r>
            <a:r>
              <a:rPr kumimoji="0" lang="en-AU" sz="1800" b="0" i="0" u="none" strike="noStrike" kern="1200" cap="none" spc="0" normalizeH="0" baseline="0" noProof="0" dirty="0">
                <a:ln>
                  <a:noFill/>
                </a:ln>
                <a:solidFill>
                  <a:prstClr val="black"/>
                </a:solidFill>
                <a:effectLst/>
                <a:uLnTx/>
                <a:uFillTx/>
                <a:latin typeface="Constantia"/>
                <a:ea typeface="+mn-ea"/>
                <a:cs typeface="+mn-cs"/>
              </a:rPr>
              <a:t> inside source list 1 interface GigabitEthernet0/1 overload: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Enables PAT, allowing multiple devices in the 192.168.1.0/24 network to share the IP address 203.0.113.10 by overloading different port numbers.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800" b="0" i="0" u="none" strike="noStrike" kern="1200" cap="none" spc="0" normalizeH="0" baseline="0" noProof="0" dirty="0">
                <a:ln>
                  <a:noFill/>
                </a:ln>
                <a:solidFill>
                  <a:prstClr val="black"/>
                </a:solidFill>
                <a:effectLst/>
                <a:uLnTx/>
                <a:uFillTx/>
                <a:latin typeface="Constantia"/>
                <a:ea typeface="+mn-ea"/>
                <a:cs typeface="+mn-cs"/>
              </a:rPr>
              <a:t>access-list 1 permit 192.168.1.0 0.0.0.255: Permits IP addresses in the 192.168.1.0/24 subnet for translation.</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3" name="Rectangle 2"/>
          <p:cNvSpPr/>
          <p:nvPr/>
        </p:nvSpPr>
        <p:spPr>
          <a:xfrm>
            <a:off x="748937" y="896982"/>
            <a:ext cx="10485120" cy="646330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rPr>
              <a:t>3. </a:t>
            </a:r>
            <a:r>
              <a:rPr kumimoji="0" lang="en-US" sz="1800" b="1" i="0" u="none" strike="noStrike" kern="1200" cap="none" spc="0" normalizeH="0" baseline="0" noProof="0" dirty="0">
                <a:ln>
                  <a:noFill/>
                </a:ln>
                <a:solidFill>
                  <a:prstClr val="black"/>
                </a:solidFill>
                <a:effectLst/>
                <a:uLnTx/>
                <a:uFillTx/>
                <a:latin typeface="Constantia" panose="02030602050306030303"/>
                <a:ea typeface="+mn-ea"/>
                <a:cs typeface="+mn-cs"/>
              </a:rPr>
              <a:t>PAT (Port Address Translation) </a:t>
            </a:r>
            <a:r>
              <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rPr>
              <a:t>or :</a:t>
            </a:r>
            <a:r>
              <a:rPr kumimoji="0" lang="en-US" sz="1800" b="1" i="0" u="none" strike="noStrike" kern="1200" cap="none" spc="0" normalizeH="0" baseline="0" noProof="0" dirty="0">
                <a:ln>
                  <a:noFill/>
                </a:ln>
                <a:solidFill>
                  <a:prstClr val="black"/>
                </a:solidFill>
                <a:effectLst/>
                <a:uLnTx/>
                <a:uFillTx/>
                <a:latin typeface="Constantia" panose="02030602050306030303"/>
                <a:ea typeface="+mn-ea"/>
                <a:cs typeface="+mn-cs"/>
              </a:rPr>
              <a:t>Overloading</a:t>
            </a:r>
            <a:endPar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rPr>
              <a:t>PAT is the most common form of NAT.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rPr>
              <a:t>It allows multiple devices on a private network to share a single public IP address by differentiating traffic using port numbers.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rPr>
              <a:t>Each device is mapped to the same public IP but with a different port number.</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rPr>
              <a:t>Most home and office networks use PAT because it allows multiple devices to share one public IP address.</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rPr>
              <a:t>Example: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rPr>
              <a:t>Private IP: 192.168.1.10 → Public IP: 203.0.113.5:10001</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rPr>
              <a:t>Private IP: 192.168.1.11 → Public IP: 203.0.113.5:10002</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rPr>
              <a:t>Here, both devices are using the same public IP but with different port numbers (10001, 10002).</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onstantia" panose="02030602050306030303"/>
              <a:ea typeface="+mn-ea"/>
              <a:cs typeface="+mn-c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5DADC69-692C-EB1A-FA56-A45D783955F3}"/>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D03E9BFC-9CC3-8541-83D4-EFFCEEDC5D9B}"/>
              </a:ext>
            </a:extLst>
          </p:cNvPr>
          <p:cNvSpPr txBox="1"/>
          <p:nvPr/>
        </p:nvSpPr>
        <p:spPr>
          <a:xfrm>
            <a:off x="1920240" y="2215414"/>
            <a:ext cx="8600440" cy="765338"/>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4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Access Control Lists (ACLs)</a:t>
            </a:r>
            <a:endParaRPr kumimoji="0" lang="en-RW" sz="4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9663654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195C2CC2-DB5C-A3ED-C603-021F959A4089}"/>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D29B55EA-0ECD-B2D5-8FEC-BDDD4E32943C}"/>
              </a:ext>
            </a:extLst>
          </p:cNvPr>
          <p:cNvSpPr txBox="1"/>
          <p:nvPr/>
        </p:nvSpPr>
        <p:spPr>
          <a:xfrm>
            <a:off x="325120" y="691233"/>
            <a:ext cx="11490960" cy="5536644"/>
          </a:xfrm>
          <a:prstGeom prst="rect">
            <a:avLst/>
          </a:prstGeom>
          <a:noFill/>
        </p:spPr>
        <p:txBody>
          <a:bodyPr wrap="square" anchor="ctr">
            <a:spAutoFit/>
          </a:bodyPr>
          <a:lstStyle/>
          <a:p>
            <a:pPr marL="0" marR="0" lvl="0" indent="0" algn="l" defTabSz="914400" rtl="0" eaLnBrk="1" fontAlgn="auto" latinLnBrk="0" hangingPunct="1">
              <a:lnSpc>
                <a:spcPct val="150000"/>
              </a:lnSpc>
              <a:spcBef>
                <a:spcPts val="0"/>
              </a:spcBef>
              <a:spcAft>
                <a:spcPts val="800"/>
              </a:spcAft>
              <a:buClrTx/>
              <a:buSzTx/>
              <a:buFontTx/>
              <a:buNone/>
              <a:tabLst/>
              <a:defRPr/>
            </a:pP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An </a:t>
            </a: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Access Control List (ACL)</a:t>
            </a:r>
            <a:br>
              <a:rPr kumimoji="0" lang="en-US"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b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is a set of rules used on a router or firewall to filter network traffic. It acts like a firewall by either permitting or denying packets based on criteria such as source and destination IP addresses, port numbers, or protocol types (e.g., TCP, UDP, ICMP).</a:t>
            </a:r>
          </a:p>
          <a:p>
            <a:pPr marL="0" marR="0" lvl="0" indent="0" algn="l" defTabSz="914400" rtl="0" eaLnBrk="1" fontAlgn="auto" latinLnBrk="0" hangingPunct="1">
              <a:lnSpc>
                <a:spcPct val="150000"/>
              </a:lnSpc>
              <a:spcBef>
                <a:spcPts val="0"/>
              </a:spcBef>
              <a:spcAft>
                <a:spcPts val="800"/>
              </a:spcAft>
              <a:buClrTx/>
              <a:buSzTx/>
              <a:buFontTx/>
              <a:buNone/>
              <a:tabLst/>
              <a:defRPr/>
            </a:pP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Key Functions of an ACL</a:t>
            </a:r>
            <a:endPar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defTabSz="914400" rtl="0" eaLnBrk="1" fontAlgn="auto" latinLnBrk="0" hangingPunct="1">
              <a:lnSpc>
                <a:spcPct val="150000"/>
              </a:lnSpc>
              <a:spcBef>
                <a:spcPts val="0"/>
              </a:spcBef>
              <a:spcAft>
                <a:spcPts val="800"/>
              </a:spcAft>
              <a:buClrTx/>
              <a:buSzPts val="1000"/>
              <a:buFont typeface="Symbol" panose="05050102010706020507" pitchFamily="18" charset="2"/>
              <a:buChar char=""/>
              <a:tabLst>
                <a:tab pos="457200" algn="l"/>
              </a:tabLst>
              <a:defRPr/>
            </a:pP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Traffic Filtering:</a:t>
            </a: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The primary role is to control which packets are allowed to pass through an interface.</a:t>
            </a:r>
          </a:p>
          <a:p>
            <a:pPr marL="342900" marR="0" lvl="0" indent="-342900" algn="l" defTabSz="914400" rtl="0" eaLnBrk="1" fontAlgn="auto" latinLnBrk="0" hangingPunct="1">
              <a:lnSpc>
                <a:spcPct val="150000"/>
              </a:lnSpc>
              <a:spcBef>
                <a:spcPts val="0"/>
              </a:spcBef>
              <a:spcAft>
                <a:spcPts val="800"/>
              </a:spcAft>
              <a:buClrTx/>
              <a:buSzPts val="1000"/>
              <a:buFont typeface="Symbol" panose="05050102010706020507" pitchFamily="18" charset="2"/>
              <a:buChar char=""/>
              <a:tabLst>
                <a:tab pos="457200" algn="l"/>
              </a:tabLst>
              <a:defRPr/>
            </a:pP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Security:</a:t>
            </a: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ACLs are a fundamental layer of network security, used to block unwanted traffic, prevent unauthorized access to specific network segments, and mitigate certain types of attacks.</a:t>
            </a:r>
          </a:p>
          <a:p>
            <a:pPr marL="342900" marR="0" lvl="0" indent="-342900" algn="l" defTabSz="914400" rtl="0" eaLnBrk="1" fontAlgn="auto" latinLnBrk="0" hangingPunct="1">
              <a:lnSpc>
                <a:spcPct val="150000"/>
              </a:lnSpc>
              <a:spcBef>
                <a:spcPts val="0"/>
              </a:spcBef>
              <a:spcAft>
                <a:spcPts val="800"/>
              </a:spcAft>
              <a:buClrTx/>
              <a:buSzPts val="1000"/>
              <a:buFont typeface="Symbol" panose="05050102010706020507" pitchFamily="18" charset="2"/>
              <a:buChar char=""/>
              <a:tabLst>
                <a:tab pos="457200" algn="l"/>
              </a:tabLst>
              <a:defRPr/>
            </a:pP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Traffic Management:</a:t>
            </a: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They can be used to classify traffic for Quality of Service (QoS), to control access for Network Address Translation (NAT), or to trigger other network services.</a:t>
            </a:r>
          </a:p>
        </p:txBody>
      </p:sp>
    </p:spTree>
    <p:extLst>
      <p:ext uri="{BB962C8B-B14F-4D97-AF65-F5344CB8AC3E}">
        <p14:creationId xmlns:p14="http://schemas.microsoft.com/office/powerpoint/2010/main" val="17409661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8A82800-6237-A504-99B3-D7F8E84BA8F9}"/>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4ED885BE-8EDD-ADA4-2E7D-9A005B6ABF25}"/>
              </a:ext>
            </a:extLst>
          </p:cNvPr>
          <p:cNvSpPr txBox="1"/>
          <p:nvPr/>
        </p:nvSpPr>
        <p:spPr>
          <a:xfrm>
            <a:off x="812800" y="1027582"/>
            <a:ext cx="11125200" cy="3741537"/>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32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How ACLs Work</a:t>
            </a:r>
            <a:endParaRPr kumimoji="0" lang="en-US" sz="32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0" marR="0" lvl="0" indent="0" algn="l" defTabSz="914400" rtl="0" eaLnBrk="1" fontAlgn="auto" latinLnBrk="0" hangingPunct="1">
              <a:lnSpc>
                <a:spcPct val="115000"/>
              </a:lnSpc>
              <a:spcBef>
                <a:spcPts val="0"/>
              </a:spcBef>
              <a:spcAft>
                <a:spcPts val="800"/>
              </a:spcAft>
              <a:buClrTx/>
              <a:buSzTx/>
              <a:buFontTx/>
              <a:buNone/>
              <a:tabLst/>
              <a:defRPr/>
            </a:pPr>
            <a:endParaRPr kumimoji="0" lang="en-US" sz="32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Tx/>
              <a:buFont typeface="+mj-lt"/>
              <a:buAutoNum type="arabicPeriod"/>
              <a:tabLst>
                <a:tab pos="457200" algn="l"/>
              </a:tabLst>
              <a:defRPr/>
            </a:pP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Rule-based Processing:</a:t>
            </a: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An ACL is a sequence of permit or deny statements (rules). The device processes packets against these rules from top to bottom.</a:t>
            </a:r>
          </a:p>
          <a:p>
            <a:pPr marL="342900" marR="0" lvl="0" indent="-342900" algn="l" defTabSz="914400" rtl="0" eaLnBrk="1" fontAlgn="auto" latinLnBrk="0" hangingPunct="1">
              <a:lnSpc>
                <a:spcPct val="115000"/>
              </a:lnSpc>
              <a:spcBef>
                <a:spcPts val="0"/>
              </a:spcBef>
              <a:spcAft>
                <a:spcPts val="800"/>
              </a:spcAft>
              <a:buClrTx/>
              <a:buSzTx/>
              <a:buFont typeface="+mj-lt"/>
              <a:buAutoNum type="arabicPeriod"/>
              <a:tabLst>
                <a:tab pos="457200" algn="l"/>
              </a:tabLst>
              <a:defRPr/>
            </a:pP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First Match Wins:</a:t>
            </a: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The device stops processing the list as soon as it finds a matching rule. It executes the action (permit or deny) and ignores any subsequent rules.</a:t>
            </a:r>
          </a:p>
          <a:p>
            <a:pPr marL="342900" marR="0" lvl="0" indent="-342900" algn="l" defTabSz="914400" rtl="0" eaLnBrk="1" fontAlgn="auto" latinLnBrk="0" hangingPunct="1">
              <a:lnSpc>
                <a:spcPct val="115000"/>
              </a:lnSpc>
              <a:spcBef>
                <a:spcPts val="0"/>
              </a:spcBef>
              <a:spcAft>
                <a:spcPts val="800"/>
              </a:spcAft>
              <a:buClrTx/>
              <a:buSzTx/>
              <a:buFont typeface="+mj-lt"/>
              <a:buAutoNum type="arabicPeriod"/>
              <a:tabLst>
                <a:tab pos="457200" algn="l"/>
              </a:tabLst>
              <a:defRPr/>
            </a:pP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Implicit Deny:</a:t>
            </a: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Every ACL, by default, has an </a:t>
            </a: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implicit deny-all</a:t>
            </a: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statement at the end. This means if a packet does not match any rule in the list, it will be denied. This is a critical security feature.</a:t>
            </a:r>
          </a:p>
        </p:txBody>
      </p:sp>
    </p:spTree>
    <p:extLst>
      <p:ext uri="{BB962C8B-B14F-4D97-AF65-F5344CB8AC3E}">
        <p14:creationId xmlns:p14="http://schemas.microsoft.com/office/powerpoint/2010/main" val="7858132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878CDAD-A58A-3B24-2026-D677FFD7C55D}"/>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6" name="TextBox 5">
            <a:extLst>
              <a:ext uri="{FF2B5EF4-FFF2-40B4-BE49-F238E27FC236}">
                <a16:creationId xmlns:a16="http://schemas.microsoft.com/office/drawing/2014/main" id="{A3C7A21D-0A24-6952-C9E4-0603B64380A1}"/>
              </a:ext>
            </a:extLst>
          </p:cNvPr>
          <p:cNvSpPr txBox="1"/>
          <p:nvPr/>
        </p:nvSpPr>
        <p:spPr>
          <a:xfrm>
            <a:off x="426720" y="703265"/>
            <a:ext cx="11663680" cy="5355312"/>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32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Types of ACLs</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Standard ACLs:</a:t>
            </a:r>
            <a:endPar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Filter traffic based </a:t>
            </a:r>
            <a:r>
              <a:rPr kumimoji="0" lang="en-RW" sz="2000" b="0" i="1"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only</a:t>
            </a: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on the </a:t>
            </a: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source IP address</a:t>
            </a: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a:t>
            </a: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Use numbers 1-99 and 1300-1999.</a:t>
            </a: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Because they are less specific, they should be placed as </a:t>
            </a: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close to the destination</a:t>
            </a: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as possible to prevent them from filtering too much traffic unnecessarily.</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Extended ACLs:</a:t>
            </a:r>
            <a:endPar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Filter traffic based on a wider range of criteria, including </a:t>
            </a: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source IP address, destination IP address, protocol type (TCP/UDP), and port numbers.</a:t>
            </a:r>
            <a:endPar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Use numbers 100-199 and 2000-2699.</a:t>
            </a: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Because they are more specific, they should be placed as </a:t>
            </a:r>
            <a:r>
              <a:rPr kumimoji="0" lang="en-RW" sz="20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close to the source</a:t>
            </a:r>
            <a:r>
              <a:rPr kumimoji="0" lang="en-RW" sz="20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as possible to block unwanted traffic before it consumes network resources.</a:t>
            </a:r>
          </a:p>
        </p:txBody>
      </p:sp>
    </p:spTree>
    <p:extLst>
      <p:ext uri="{BB962C8B-B14F-4D97-AF65-F5344CB8AC3E}">
        <p14:creationId xmlns:p14="http://schemas.microsoft.com/office/powerpoint/2010/main" val="36926188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46FDEFB-6199-C2CA-5D2E-1D9C11E598CF}"/>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341B7CC2-5C04-1F9E-0F91-6909254C3EAE}"/>
              </a:ext>
            </a:extLst>
          </p:cNvPr>
          <p:cNvSpPr txBox="1"/>
          <p:nvPr/>
        </p:nvSpPr>
        <p:spPr>
          <a:xfrm>
            <a:off x="574040" y="578254"/>
            <a:ext cx="10713720" cy="6415282"/>
          </a:xfrm>
          <a:prstGeom prst="rect">
            <a:avLst/>
          </a:prstGeom>
          <a:noFill/>
        </p:spPr>
        <p:txBody>
          <a:bodyPr wrap="square">
            <a:spAutoFit/>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ACL Naming</a:t>
            </a:r>
            <a:endPar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ACLs can be numbered (as above) or </a:t>
            </a: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named</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Named ACLs are generally preferred because they are easier to read, manage, and debug. For example, </a:t>
            </a:r>
            <a:r>
              <a:rPr kumimoji="0" lang="en-RW" sz="1800" b="0" i="0" u="none" strike="noStrike" kern="100" cap="none" spc="0" normalizeH="0" baseline="0" noProof="0" dirty="0" err="1">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ip</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access-list extended BLOCK_WEB_TRAFFIC.</a:t>
            </a:r>
          </a:p>
          <a:p>
            <a:pPr marL="0" marR="0" lvl="0" indent="0" algn="l" defTabSz="914400" rtl="0" eaLnBrk="1" fontAlgn="auto" latinLnBrk="0" hangingPunct="1">
              <a:lnSpc>
                <a:spcPct val="115000"/>
              </a:lnSpc>
              <a:spcBef>
                <a:spcPts val="0"/>
              </a:spcBef>
              <a:spcAft>
                <a:spcPts val="800"/>
              </a:spcAft>
              <a:buClrTx/>
              <a:buSzTx/>
              <a:buFontTx/>
              <a:buNone/>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Configuration and Best Practices</a:t>
            </a:r>
            <a:endPar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Placement is Key:</a:t>
            </a:r>
            <a:endPar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endParaRP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Extended ACLs:</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Place them near the source.</a:t>
            </a:r>
          </a:p>
          <a:p>
            <a:pPr marL="742950" marR="0" lvl="1" indent="-285750" algn="l" defTabSz="914400" rtl="0" eaLnBrk="1" fontAlgn="auto" latinLnBrk="0" hangingPunct="1">
              <a:lnSpc>
                <a:spcPct val="115000"/>
              </a:lnSpc>
              <a:spcBef>
                <a:spcPts val="0"/>
              </a:spcBef>
              <a:spcAft>
                <a:spcPts val="800"/>
              </a:spcAft>
              <a:buClrTx/>
              <a:buSzPts val="1000"/>
              <a:buFont typeface="Courier New" panose="02070309020205020404" pitchFamily="49" charset="0"/>
              <a:buChar char="o"/>
              <a:tabLst>
                <a:tab pos="914400" algn="l"/>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Standard ACLs:</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Place them near the destination.</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Comments:</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Use comments to explain the purpose of each rule. This makes the ACL much easier to understand and maintain.</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Implicit Deny:</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Always remember the implicit deny at the end. If you want to allow any other traffic, you must add an explicit permit any statement at the end of your list.</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Order of Rules:</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Be careful with the order of rules. More specific rules should be placed before more general rules. For example, a deny statement for a single host should come before a permit statement for the entire subnet.</a:t>
            </a:r>
          </a:p>
          <a:p>
            <a:pPr marL="342900" marR="0" lvl="0" indent="-342900" algn="l" defTabSz="914400" rtl="0" eaLnBrk="1" fontAlgn="auto" latinLnBrk="0" hangingPunct="1">
              <a:lnSpc>
                <a:spcPct val="115000"/>
              </a:lnSpc>
              <a:spcBef>
                <a:spcPts val="0"/>
              </a:spcBef>
              <a:spcAft>
                <a:spcPts val="800"/>
              </a:spcAft>
              <a:buClrTx/>
              <a:buSzPts val="1000"/>
              <a:buFont typeface="Symbol" panose="05050102010706020507" pitchFamily="18" charset="2"/>
              <a:buChar char=""/>
              <a:tabLst>
                <a:tab pos="457200" algn="l"/>
              </a:tabLst>
              <a:defRPr/>
            </a:pPr>
            <a:r>
              <a:rPr kumimoji="0" lang="en-RW" sz="1800" b="1"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One ACL per Interface per Direction:</a:t>
            </a:r>
            <a:r>
              <a:rPr kumimoji="0" lang="en-RW" sz="1800" b="0" i="0" u="none" strike="noStrike" kern="100" cap="none" spc="0" normalizeH="0" baseline="0" noProof="0" dirty="0">
                <a:ln>
                  <a:noFill/>
                </a:ln>
                <a:solidFill>
                  <a:prstClr val="black"/>
                </a:solidFill>
                <a:effectLst/>
                <a:uLnTx/>
                <a:uFillTx/>
                <a:latin typeface="Aptos" panose="020B0004020202020204" pitchFamily="34" charset="0"/>
                <a:ea typeface="Aptos" panose="020B0004020202020204" pitchFamily="34" charset="0"/>
                <a:cs typeface="Times New Roman" panose="02020603050405020304" pitchFamily="18" charset="0"/>
              </a:rPr>
              <a:t> You can apply only one ACL per interface for each direction (inbound or outbound). For example, interface FastEthernet0/0 can have one inbound ACL and one outbound ACL.</a:t>
            </a:r>
          </a:p>
        </p:txBody>
      </p:sp>
    </p:spTree>
    <p:extLst>
      <p:ext uri="{BB962C8B-B14F-4D97-AF65-F5344CB8AC3E}">
        <p14:creationId xmlns:p14="http://schemas.microsoft.com/office/powerpoint/2010/main" val="382833139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B6985AB-2F02-751A-3AB5-EF933EC33E70}"/>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E7793E48-F0A2-D25E-E093-D7644486F5BC}"/>
              </a:ext>
            </a:extLst>
          </p:cNvPr>
          <p:cNvSpPr txBox="1"/>
          <p:nvPr/>
        </p:nvSpPr>
        <p:spPr>
          <a:xfrm>
            <a:off x="862018" y="846732"/>
            <a:ext cx="9826301" cy="59093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onstantia"/>
                <a:ea typeface="+mn-ea"/>
                <a:cs typeface="+mn-cs"/>
              </a:rPr>
              <a:t>Block 192.168.1.50</a:t>
            </a:r>
            <a:r>
              <a:rPr kumimoji="0" lang="en-US" sz="2000" b="0" i="0" u="none" strike="noStrike" kern="1200" cap="none" spc="0" normalizeH="0" baseline="0" noProof="0" dirty="0">
                <a:ln>
                  <a:noFill/>
                </a:ln>
                <a:solidFill>
                  <a:prstClr val="black"/>
                </a:solidFill>
                <a:effectLst/>
                <a:uLnTx/>
                <a:uFillTx/>
                <a:latin typeface="Constantia"/>
                <a:ea typeface="+mn-ea"/>
                <a:cs typeface="+mn-cs"/>
              </a:rPr>
              <a:t> — everything else allowed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nstantia"/>
                <a:ea typeface="+mn-ea"/>
                <a:cs typeface="+mn-cs"/>
              </a:rPr>
              <a:t>access-list 5 deny 192.168.1.50 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nstantia"/>
                <a:ea typeface="+mn-ea"/>
                <a:cs typeface="+mn-cs"/>
              </a:rPr>
              <a:t>access-list 5 permit any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nstantia"/>
                <a:ea typeface="+mn-ea"/>
                <a:cs typeface="+mn-cs"/>
              </a:rPr>
              <a:t>interface fa0/0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nstantia"/>
                <a:ea typeface="+mn-ea"/>
                <a:cs typeface="+mn-cs"/>
              </a:rPr>
              <a:t> </a:t>
            </a:r>
            <a:r>
              <a:rPr kumimoji="0" lang="en-US" sz="20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2000" b="0" i="0" u="none" strike="noStrike" kern="1200" cap="none" spc="0" normalizeH="0" baseline="0" noProof="0" dirty="0">
                <a:ln>
                  <a:noFill/>
                </a:ln>
                <a:solidFill>
                  <a:prstClr val="black"/>
                </a:solidFill>
                <a:effectLst/>
                <a:uLnTx/>
                <a:uFillTx/>
                <a:latin typeface="Constantia"/>
                <a:ea typeface="+mn-ea"/>
                <a:cs typeface="+mn-cs"/>
              </a:rPr>
              <a:t> access-group 5 in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prstClr val="black"/>
                </a:solidFill>
                <a:effectLst/>
                <a:uLnTx/>
                <a:uFillTx/>
                <a:latin typeface="Constantia"/>
                <a:ea typeface="+mn-ea"/>
                <a:cs typeface="+mn-cs"/>
              </a:rPr>
              <a:t>❗Important Remember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nstantia"/>
                <a:ea typeface="+mn-ea"/>
                <a:cs typeface="+mn-cs"/>
              </a:rPr>
              <a:t>Standard ACL only checks source IP.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nstantia"/>
                <a:ea typeface="+mn-ea"/>
                <a:cs typeface="+mn-cs"/>
              </a:rPr>
              <a:t>If no "deny" lines are added, everything else is implicitly denied.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nstantia"/>
                <a:ea typeface="+mn-ea"/>
                <a:cs typeface="+mn-cs"/>
              </a:rPr>
              <a:t>Direction: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nstantia"/>
                <a:ea typeface="+mn-ea"/>
                <a:cs typeface="+mn-cs"/>
              </a:rPr>
              <a:t>in = traffic coming into the router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Constantia"/>
                <a:ea typeface="+mn-ea"/>
                <a:cs typeface="+mn-cs"/>
              </a:rPr>
              <a:t>out = traffic leaving the router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onstantia"/>
              <a:ea typeface="+mn-ea"/>
              <a:cs typeface="+mn-cs"/>
            </a:endParaRPr>
          </a:p>
        </p:txBody>
      </p:sp>
    </p:spTree>
    <p:extLst>
      <p:ext uri="{BB962C8B-B14F-4D97-AF65-F5344CB8AC3E}">
        <p14:creationId xmlns:p14="http://schemas.microsoft.com/office/powerpoint/2010/main" val="30672649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66123D1-D4BC-4F0B-F0A0-06DA779A94BA}"/>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6" name="TextBox 5">
            <a:extLst>
              <a:ext uri="{FF2B5EF4-FFF2-40B4-BE49-F238E27FC236}">
                <a16:creationId xmlns:a16="http://schemas.microsoft.com/office/drawing/2014/main" id="{74BC2B4C-6227-287A-CFEB-47BF832FCDE0}"/>
              </a:ext>
            </a:extLst>
          </p:cNvPr>
          <p:cNvSpPr txBox="1"/>
          <p:nvPr/>
        </p:nvSpPr>
        <p:spPr>
          <a:xfrm>
            <a:off x="718028" y="982682"/>
            <a:ext cx="11057411" cy="55092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nstantia"/>
                <a:ea typeface="+mn-ea"/>
                <a:cs typeface="+mn-cs"/>
              </a:rPr>
              <a:t>Ex: </a:t>
            </a:r>
            <a:br>
              <a:rPr kumimoji="0" lang="en-US" sz="3200" b="0" i="0" u="none" strike="noStrike" kern="1200" cap="none" spc="0" normalizeH="0" baseline="0" noProof="0" dirty="0">
                <a:ln>
                  <a:noFill/>
                </a:ln>
                <a:solidFill>
                  <a:prstClr val="black"/>
                </a:solidFill>
                <a:effectLst/>
                <a:uLnTx/>
                <a:uFillTx/>
                <a:latin typeface="Constantia"/>
                <a:ea typeface="+mn-ea"/>
                <a:cs typeface="+mn-cs"/>
              </a:rPr>
            </a:br>
            <a:r>
              <a:rPr kumimoji="0" lang="en-US" sz="3200" b="0" i="0" u="none" strike="noStrike" kern="1200" cap="none" spc="0" normalizeH="0" baseline="0" noProof="0" dirty="0">
                <a:ln>
                  <a:noFill/>
                </a:ln>
                <a:solidFill>
                  <a:prstClr val="black"/>
                </a:solidFill>
                <a:effectLst/>
                <a:uLnTx/>
                <a:uFillTx/>
                <a:latin typeface="Constantia"/>
                <a:ea typeface="+mn-ea"/>
                <a:cs typeface="+mn-cs"/>
              </a:rPr>
              <a:t>Block Facebook using ACL (via DNS IPs)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nstantia"/>
                <a:ea typeface="+mn-ea"/>
                <a:cs typeface="+mn-cs"/>
              </a:rPr>
              <a:t>Step 1: Find Facebook IP addresses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nstantia"/>
                <a:ea typeface="+mn-ea"/>
                <a:cs typeface="+mn-cs"/>
              </a:rPr>
              <a:t>For example, suppose DNS lookup gives: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nstantia"/>
                <a:ea typeface="+mn-ea"/>
                <a:cs typeface="+mn-cs"/>
              </a:rPr>
              <a:t>157.240.0.0/16 (Facebook IP range)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prstClr val="black"/>
                </a:solidFill>
                <a:effectLst/>
                <a:uLnTx/>
                <a:uFillTx/>
                <a:latin typeface="Constantia"/>
                <a:ea typeface="+mn-ea"/>
                <a:cs typeface="+mn-cs"/>
              </a:rPr>
              <a:t>We will deny traffic to that range.</a:t>
            </a:r>
            <a:br>
              <a:rPr kumimoji="0" lang="en-US" sz="3200" b="0" i="0" u="none" strike="noStrike" kern="1200" cap="none" spc="0" normalizeH="0" baseline="0" noProof="0" dirty="0">
                <a:ln>
                  <a:noFill/>
                </a:ln>
                <a:solidFill>
                  <a:prstClr val="black"/>
                </a:solidFill>
                <a:effectLst/>
                <a:uLnTx/>
                <a:uFillTx/>
                <a:latin typeface="Constantia"/>
                <a:ea typeface="+mn-ea"/>
                <a:cs typeface="+mn-cs"/>
              </a:rPr>
            </a:br>
            <a:endParaRPr kumimoji="0" lang="en-RW" sz="3200" b="0" i="0" u="none" strike="noStrike" kern="1200" cap="none" spc="0" normalizeH="0" baseline="0" noProof="0" dirty="0">
              <a:ln>
                <a:noFill/>
              </a:ln>
              <a:solidFill>
                <a:prstClr val="black"/>
              </a:solidFill>
              <a:effectLst/>
              <a:uLnTx/>
              <a:uFillTx/>
              <a:latin typeface="Constantia"/>
              <a:ea typeface="+mn-ea"/>
              <a:cs typeface="+mn-cs"/>
            </a:endParaRPr>
          </a:p>
        </p:txBody>
      </p:sp>
    </p:spTree>
    <p:extLst>
      <p:ext uri="{BB962C8B-B14F-4D97-AF65-F5344CB8AC3E}">
        <p14:creationId xmlns:p14="http://schemas.microsoft.com/office/powerpoint/2010/main" val="42430078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3F6F5E0-C6CD-4F6E-B487-AEB0D86CD1D7}"/>
              </a:ext>
            </a:extLst>
          </p:cNvPr>
          <p:cNvSpPr>
            <a:spLocks noGrp="1"/>
          </p:cNvSpPr>
          <p:nvPr>
            <p:ph type="ftr" sz="quarter" idx="11"/>
          </p:nvPr>
        </p:nvSpPr>
        <p:spPr/>
        <p:txBody>
          <a:bodyPr/>
          <a:lstStyle/>
          <a:p>
            <a:pPr marL="0" marR="0" lvl="0" indent="0" algn="l" defTabSz="609600" rtl="0" eaLnBrk="1" fontAlgn="auto" latinLnBrk="0" hangingPunct="1">
              <a:lnSpc>
                <a:spcPct val="100000"/>
              </a:lnSpc>
              <a:spcBef>
                <a:spcPts val="0"/>
              </a:spcBef>
              <a:spcAft>
                <a:spcPts val="0"/>
              </a:spcAft>
              <a:buClrTx/>
              <a:buSzTx/>
              <a:buFontTx/>
              <a:buNone/>
              <a:tabLst/>
              <a:defRPr/>
            </a:pPr>
            <a:r>
              <a:rPr kumimoji="0" lang="en-IN" sz="1065" b="1" i="1" u="none" strike="noStrike" kern="1200" cap="none" spc="0" normalizeH="0" baseline="0" noProof="0">
                <a:ln>
                  <a:noFill/>
                </a:ln>
                <a:solidFill>
                  <a:srgbClr val="C00000"/>
                </a:solidFill>
                <a:effectLst/>
                <a:uLnTx/>
                <a:uFillTx/>
                <a:latin typeface="Arial Black" panose="020B0A04020102020204" pitchFamily="34" charset="0"/>
                <a:ea typeface="+mn-ea"/>
                <a:cs typeface="+mn-cs"/>
              </a:rPr>
              <a:t>LABOR FOR THE FUTURE</a:t>
            </a:r>
            <a:endParaRPr kumimoji="0" lang="en-IN" sz="1065" b="1" i="1" u="none" strike="noStrike" kern="1200" cap="none" spc="0" normalizeH="0" baseline="0" noProof="0" dirty="0">
              <a:ln>
                <a:noFill/>
              </a:ln>
              <a:solidFill>
                <a:srgbClr val="C00000"/>
              </a:solidFill>
              <a:effectLst/>
              <a:uLnTx/>
              <a:uFillTx/>
              <a:latin typeface="Arial Black" panose="020B0A04020102020204" pitchFamily="34" charset="0"/>
              <a:ea typeface="+mn-ea"/>
              <a:cs typeface="+mn-cs"/>
            </a:endParaRPr>
          </a:p>
        </p:txBody>
      </p:sp>
      <p:sp>
        <p:nvSpPr>
          <p:cNvPr id="4" name="TextBox 3">
            <a:extLst>
              <a:ext uri="{FF2B5EF4-FFF2-40B4-BE49-F238E27FC236}">
                <a16:creationId xmlns:a16="http://schemas.microsoft.com/office/drawing/2014/main" id="{587A6BB3-E33B-42D2-36F3-C48656B9EB3C}"/>
              </a:ext>
            </a:extLst>
          </p:cNvPr>
          <p:cNvSpPr txBox="1"/>
          <p:nvPr/>
        </p:nvSpPr>
        <p:spPr>
          <a:xfrm>
            <a:off x="782320" y="487025"/>
            <a:ext cx="10251440" cy="63709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nstantia"/>
                <a:ea typeface="+mn-ea"/>
                <a:cs typeface="+mn-cs"/>
              </a:rPr>
              <a:t>Step 2: Configure Extended ACL on the router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nstantia"/>
                <a:ea typeface="+mn-ea"/>
                <a:cs typeface="+mn-cs"/>
              </a:rPr>
              <a:t>Router&gt; enable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nstantia"/>
                <a:ea typeface="+mn-ea"/>
                <a:cs typeface="+mn-cs"/>
              </a:rPr>
              <a:t>Router# configure terminal</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nstantia"/>
                <a:ea typeface="+mn-ea"/>
                <a:cs typeface="+mn-cs"/>
              </a:rPr>
              <a:t>! Create extended ACL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nstantia"/>
                <a:ea typeface="+mn-ea"/>
                <a:cs typeface="+mn-cs"/>
              </a:rPr>
              <a:t>Router(config)# access-list 110 deny </a:t>
            </a:r>
            <a:r>
              <a:rPr kumimoji="0" lang="en-US" sz="24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2400" b="0" i="0" u="none" strike="noStrike" kern="1200" cap="none" spc="0" normalizeH="0" baseline="0" noProof="0" dirty="0">
                <a:ln>
                  <a:noFill/>
                </a:ln>
                <a:solidFill>
                  <a:prstClr val="black"/>
                </a:solidFill>
                <a:effectLst/>
                <a:uLnTx/>
                <a:uFillTx/>
                <a:latin typeface="Constantia"/>
                <a:ea typeface="+mn-ea"/>
                <a:cs typeface="+mn-cs"/>
              </a:rPr>
              <a:t> any 157.240.0.0 0.0.255.255</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nstantia"/>
                <a:ea typeface="+mn-ea"/>
                <a:cs typeface="+mn-cs"/>
              </a:rPr>
              <a:t>Router(config)# access-list 110 permit </a:t>
            </a:r>
            <a:r>
              <a:rPr kumimoji="0" lang="en-US" sz="24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2400" b="0" i="0" u="none" strike="noStrike" kern="1200" cap="none" spc="0" normalizeH="0" baseline="0" noProof="0" dirty="0">
                <a:ln>
                  <a:noFill/>
                </a:ln>
                <a:solidFill>
                  <a:prstClr val="black"/>
                </a:solidFill>
                <a:effectLst/>
                <a:uLnTx/>
                <a:uFillTx/>
                <a:latin typeface="Constantia"/>
                <a:ea typeface="+mn-ea"/>
                <a:cs typeface="+mn-cs"/>
              </a:rPr>
              <a:t> any </a:t>
            </a:r>
            <a:r>
              <a:rPr kumimoji="0" lang="en-US" sz="2400" b="0" i="0" u="none" strike="noStrike" kern="1200" cap="none" spc="0" normalizeH="0" baseline="0" noProof="0" dirty="0" err="1">
                <a:ln>
                  <a:noFill/>
                </a:ln>
                <a:solidFill>
                  <a:prstClr val="black"/>
                </a:solidFill>
                <a:effectLst/>
                <a:uLnTx/>
                <a:uFillTx/>
                <a:latin typeface="Constantia"/>
                <a:ea typeface="+mn-ea"/>
                <a:cs typeface="+mn-cs"/>
              </a:rPr>
              <a:t>any</a:t>
            </a:r>
            <a:endParaRPr kumimoji="0" lang="en-US" sz="24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nstantia"/>
                <a:ea typeface="+mn-ea"/>
                <a:cs typeface="+mn-cs"/>
              </a:rPr>
              <a:t>! Apply ACL to outgoing interface (towards the internet)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nstantia"/>
                <a:ea typeface="+mn-ea"/>
                <a:cs typeface="+mn-cs"/>
              </a:rPr>
              <a:t>Router(config)# interface GigabitEthernet0/1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nstantia"/>
                <a:ea typeface="+mn-ea"/>
                <a:cs typeface="+mn-cs"/>
              </a:rPr>
              <a:t>Router(config-if)# </a:t>
            </a:r>
            <a:r>
              <a:rPr kumimoji="0" lang="en-US" sz="2400" b="0" i="0" u="none" strike="noStrike" kern="1200" cap="none" spc="0" normalizeH="0" baseline="0" noProof="0" dirty="0" err="1">
                <a:ln>
                  <a:noFill/>
                </a:ln>
                <a:solidFill>
                  <a:prstClr val="black"/>
                </a:solidFill>
                <a:effectLst/>
                <a:uLnTx/>
                <a:uFillTx/>
                <a:latin typeface="Constantia"/>
                <a:ea typeface="+mn-ea"/>
                <a:cs typeface="+mn-cs"/>
              </a:rPr>
              <a:t>ip</a:t>
            </a:r>
            <a:r>
              <a:rPr kumimoji="0" lang="en-US" sz="2400" b="0" i="0" u="none" strike="noStrike" kern="1200" cap="none" spc="0" normalizeH="0" baseline="0" noProof="0" dirty="0">
                <a:ln>
                  <a:noFill/>
                </a:ln>
                <a:solidFill>
                  <a:prstClr val="black"/>
                </a:solidFill>
                <a:effectLst/>
                <a:uLnTx/>
                <a:uFillTx/>
                <a:latin typeface="Constantia"/>
                <a:ea typeface="+mn-ea"/>
                <a:cs typeface="+mn-cs"/>
              </a:rPr>
              <a:t> access-group 110 out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nstantia"/>
                <a:ea typeface="+mn-ea"/>
                <a:cs typeface="+mn-cs"/>
              </a:rPr>
              <a:t>Router(config-if)# exit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Constantia"/>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onstantia"/>
                <a:ea typeface="+mn-ea"/>
                <a:cs typeface="+mn-cs"/>
              </a:rPr>
              <a:t>✅ This blocks all internal users from going to any server in 157.240.0.0/16</a:t>
            </a:r>
            <a:br>
              <a:rPr kumimoji="0" lang="en-US" sz="2400" b="0" i="0" u="none" strike="noStrike" kern="1200" cap="none" spc="0" normalizeH="0" baseline="0" noProof="0" dirty="0">
                <a:ln>
                  <a:noFill/>
                </a:ln>
                <a:solidFill>
                  <a:prstClr val="black"/>
                </a:solidFill>
                <a:effectLst/>
                <a:uLnTx/>
                <a:uFillTx/>
                <a:latin typeface="Constantia"/>
                <a:ea typeface="+mn-ea"/>
                <a:cs typeface="+mn-cs"/>
              </a:rPr>
            </a:br>
            <a:r>
              <a:rPr kumimoji="0" lang="en-US" sz="2400" b="0" i="0" u="none" strike="noStrike" kern="1200" cap="none" spc="0" normalizeH="0" baseline="0" noProof="0" dirty="0">
                <a:ln>
                  <a:noFill/>
                </a:ln>
                <a:solidFill>
                  <a:prstClr val="black"/>
                </a:solidFill>
                <a:effectLst/>
                <a:uLnTx/>
                <a:uFillTx/>
                <a:latin typeface="Constantia"/>
                <a:ea typeface="+mn-ea"/>
                <a:cs typeface="+mn-cs"/>
              </a:rPr>
              <a:t>✅ All other traffic is permitted</a:t>
            </a:r>
            <a:endParaRPr kumimoji="0" lang="en-RW" sz="2400" b="0" i="0" u="none" strike="noStrike" kern="1200" cap="none" spc="0" normalizeH="0" baseline="0" noProof="0" dirty="0">
              <a:ln>
                <a:noFill/>
              </a:ln>
              <a:solidFill>
                <a:prstClr val="black"/>
              </a:solidFill>
              <a:effectLst/>
              <a:uLnTx/>
              <a:uFillTx/>
              <a:latin typeface="Constantia"/>
              <a:ea typeface="+mn-ea"/>
              <a:cs typeface="+mn-cs"/>
            </a:endParaRPr>
          </a:p>
        </p:txBody>
      </p:sp>
    </p:spTree>
    <p:extLst>
      <p:ext uri="{BB962C8B-B14F-4D97-AF65-F5344CB8AC3E}">
        <p14:creationId xmlns:p14="http://schemas.microsoft.com/office/powerpoint/2010/main" val="403909921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1326</TotalTime>
  <Words>6015</Words>
  <Application>Microsoft Office PowerPoint</Application>
  <PresentationFormat>Widescreen</PresentationFormat>
  <Paragraphs>662</Paragraphs>
  <Slides>50</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50</vt:i4>
      </vt:variant>
    </vt:vector>
  </HeadingPairs>
  <TitlesOfParts>
    <vt:vector size="64" baseType="lpstr">
      <vt:lpstr>Aptos</vt:lpstr>
      <vt:lpstr>Arial</vt:lpstr>
      <vt:lpstr>Arial Black</vt:lpstr>
      <vt:lpstr>Arial Unicode MS</vt:lpstr>
      <vt:lpstr>Calibri</vt:lpstr>
      <vt:lpstr>CIDFont+F2</vt:lpstr>
      <vt:lpstr>Constantia</vt:lpstr>
      <vt:lpstr>Courier New</vt:lpstr>
      <vt:lpstr>Symbol</vt:lpstr>
      <vt:lpstr>Times New Roman</vt:lpstr>
      <vt:lpstr>urw-din</vt:lpstr>
      <vt:lpstr>Wingdings</vt:lpstr>
      <vt:lpstr>Wingdings 2</vt:lpstr>
      <vt:lpstr>Flow</vt:lpstr>
      <vt:lpstr>PowerPoint Presentation</vt:lpstr>
      <vt:lpstr>Class 1: Basic Switch Configuration Using Packet Tracer  </vt:lpstr>
      <vt:lpstr> How to Connect PC to a Switch Using Console Cable | Other Switch Ports </vt:lpstr>
      <vt:lpstr>  </vt:lpstr>
      <vt:lpstr>How to Configure Trunk and Access Switchport Modes</vt:lpstr>
      <vt:lpstr>PowerPoint Presentation</vt:lpstr>
      <vt:lpstr>What is VLAN and How to Configure VLANs on a Switch </vt:lpstr>
      <vt:lpstr>  </vt:lpstr>
      <vt:lpstr>VLAN Configuration Expanded </vt:lpstr>
      <vt:lpstr>PowerPoint Presentation</vt:lpstr>
      <vt:lpstr>PowerPoint Presentation</vt:lpstr>
      <vt:lpstr>PowerPoint Presentation</vt:lpstr>
      <vt:lpstr>PowerPoint Presentation</vt:lpstr>
      <vt:lpstr>PowerPoint Presentation</vt:lpstr>
      <vt:lpstr>VLAN Trunking Protocol (VTP) Configuration</vt:lpstr>
      <vt:lpstr>  </vt:lpstr>
      <vt:lpstr>Class 5: Trunk Allowed/Denied VLANs Configuration   </vt:lpstr>
      <vt:lpstr>   </vt:lpstr>
      <vt:lpstr>PowerPoint Presentation</vt:lpstr>
      <vt:lpstr>  </vt:lpstr>
      <vt:lpstr>PowerPoint Presentation</vt:lpstr>
      <vt:lpstr>  </vt:lpstr>
      <vt:lpstr>  </vt:lpstr>
      <vt:lpstr>  </vt:lpstr>
      <vt:lpstr>Class 10: DHCP Snooping Configuration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n.emmason@yahoo.com</dc:creator>
  <cp:lastModifiedBy>Kagame Fred</cp:lastModifiedBy>
  <cp:revision>20</cp:revision>
  <dcterms:created xsi:type="dcterms:W3CDTF">2024-11-08T17:42:10Z</dcterms:created>
  <dcterms:modified xsi:type="dcterms:W3CDTF">2025-09-07T11:17:39Z</dcterms:modified>
</cp:coreProperties>
</file>